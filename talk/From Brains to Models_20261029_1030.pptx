
<file path=[Content_Types].xml><?xml version="1.0" encoding="utf-8"?>
<Types xmlns="http://schemas.openxmlformats.org/package/2006/content-types">
  <Default Extension="fntdata" ContentType="application/x-fontdata"/>
  <Default Extension="gif" ContentType="image/gif"/>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5.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8.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40" r:id="rId1"/>
    <p:sldMasterId id="2147483741" r:id="rId2"/>
    <p:sldMasterId id="2147483742" r:id="rId3"/>
    <p:sldMasterId id="2147483743" r:id="rId4"/>
    <p:sldMasterId id="2147483744" r:id="rId5"/>
    <p:sldMasterId id="2147483745" r:id="rId6"/>
    <p:sldMasterId id="2147483746" r:id="rId7"/>
    <p:sldMasterId id="2147483747" r:id="rId8"/>
    <p:sldMasterId id="2147483748" r:id="rId9"/>
  </p:sldMasterIdLst>
  <p:notesMasterIdLst>
    <p:notesMasterId r:id="rId35"/>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81" r:id="rId33"/>
    <p:sldId id="280" r:id="rId34"/>
  </p:sldIdLst>
  <p:sldSz cx="9144000" cy="5143500" type="screen16x9"/>
  <p:notesSz cx="6858000" cy="9144000"/>
  <p:embeddedFontLst>
    <p:embeddedFont>
      <p:font typeface="Georgia" panose="02040502050405020303" pitchFamily="18" charset="0"/>
      <p:regular r:id="rId36"/>
      <p:bold r:id="rId37"/>
      <p:italic r:id="rId38"/>
      <p:boldItalic r:id="rId39"/>
    </p:embeddedFont>
    <p:embeddedFont>
      <p:font typeface="Impact" panose="020B0806030902050204" pitchFamily="34" charset="0"/>
      <p:regular r:id="rId40"/>
    </p:embeddedFont>
    <p:embeddedFont>
      <p:font typeface="Inter" panose="02000503000000020004" pitchFamily="2" charset="0"/>
      <p:bold r:id="rId41"/>
      <p:italic r:id="rId42"/>
      <p:boldItalic r:id="rId43"/>
    </p:embeddedFont>
    <p:embeddedFont>
      <p:font typeface="Inter SemiBold" panose="02000503000000020004" pitchFamily="2" charset="0"/>
      <p:regular r:id="rId44"/>
      <p:bold r:id="rId45"/>
      <p:italic r:id="rId46"/>
      <p:boldItalic r:id="rId47"/>
    </p:embeddedFont>
    <p:embeddedFont>
      <p:font typeface="Oswald" pitchFamily="2" charset="77"/>
      <p:regular r:id="rId48"/>
      <p:bold r:id="rId49"/>
    </p:embeddedFont>
    <p:embeddedFont>
      <p:font typeface="Roboto" panose="02000000000000000000" pitchFamily="2" charset="0"/>
      <p:regular r:id="rId50"/>
      <p:bold r:id="rId51"/>
      <p:italic r:id="rId52"/>
      <p:boldItalic r:id="rId53"/>
    </p:embeddedFont>
    <p:embeddedFont>
      <p:font typeface="Roboto Slab" pitchFamily="2" charset="0"/>
      <p:regular r:id="rId54"/>
      <p:bold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p:cViewPr varScale="1">
        <p:scale>
          <a:sx n="159" d="100"/>
          <a:sy n="159" d="100"/>
        </p:scale>
        <p:origin x="82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font" Target="fonts/font4.fntdata"/><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schemas.openxmlformats.org/officeDocument/2006/relationships/font" Target="fonts/font20.fntdata"/><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font" Target="fonts/font18.fntdata"/><Relationship Id="rId58" Type="http://schemas.openxmlformats.org/officeDocument/2006/relationships/theme" Target="theme/theme1.xml"/><Relationship Id="rId5" Type="http://schemas.openxmlformats.org/officeDocument/2006/relationships/slideMaster" Target="slideMasters/slideMaster5.xml"/><Relationship Id="rId19" Type="http://schemas.openxmlformats.org/officeDocument/2006/relationships/slide" Target="slides/slide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56"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font" Target="fonts/font16.fntdata"/><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font" Target="fonts/font3.fntdata"/><Relationship Id="rId46" Type="http://schemas.openxmlformats.org/officeDocument/2006/relationships/font" Target="fonts/font11.fntdata"/><Relationship Id="rId59" Type="http://schemas.openxmlformats.org/officeDocument/2006/relationships/tableStyles" Target="tableStyles.xml"/><Relationship Id="rId20" Type="http://schemas.openxmlformats.org/officeDocument/2006/relationships/slide" Target="slides/slide11.xml"/><Relationship Id="rId41" Type="http://schemas.openxmlformats.org/officeDocument/2006/relationships/font" Target="fonts/font6.fntdata"/><Relationship Id="rId54"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font" Target="fonts/font1.fntdata"/><Relationship Id="rId49" Type="http://schemas.openxmlformats.org/officeDocument/2006/relationships/font" Target="fonts/font14.fntdata"/><Relationship Id="rId57" Type="http://schemas.openxmlformats.org/officeDocument/2006/relationships/viewProps" Target="view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font" Target="fonts/font9.fntdata"/><Relationship Id="rId52"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h595d0a5431bd3a1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h595d0a5431bd3a1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h595d0a5431bd3a17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h595d0a5431bd3a17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h2ab9c21add2b4191_41_3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h2ab9c21add2b4191_41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h2ab9c21add2b4191_41_4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h2ab9c21add2b4191_41_4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3ea93ae7971_0_3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3ea93ae7971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h2ab9c21add2b419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h2ab9c21add2b419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h2ab9c21add2b4191_41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 name="Google Shape;601;h2ab9c21add2b4191_4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h2ab9c21add2b4191_41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h2ab9c21add2b4191_4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h2ab9c21add2b4191_41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h2ab9c21add2b4191_4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h2ab9c21add2b4191_41_1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6" name="Google Shape;636;h2ab9c21add2b4191_41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h222a783ef23a5b26_0_6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h222a783ef23a5b26_0_6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h6047f5476ccd51cd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1" name="Google Shape;681;h6047f5476ccd51c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h222a783ef23a5b26_37_36:notes"/>
          <p:cNvSpPr>
            <a:spLocks noGrp="1" noRot="1" noChangeAspect="1"/>
          </p:cNvSpPr>
          <p:nvPr>
            <p:ph type="sldImg" idx="2"/>
          </p:nvPr>
        </p:nvSpPr>
        <p:spPr>
          <a:xfrm>
            <a:off x="685800" y="857250"/>
            <a:ext cx="5486400" cy="231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1" name="Google Shape;691;h222a783ef23a5b26_37_36:notes"/>
          <p:cNvSpPr txBox="1">
            <a:spLocks noGrp="1"/>
          </p:cNvSpPr>
          <p:nvPr>
            <p:ph type="body" idx="1"/>
          </p:nvPr>
        </p:nvSpPr>
        <p:spPr>
          <a:xfrm>
            <a:off x="685800" y="3300413"/>
            <a:ext cx="5486400" cy="27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2" name="Google Shape;692;h222a783ef23a5b26_37_36: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h6047f5476ccd51cd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5" name="Google Shape;725;h6047f5476ccd51cd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h6047f5476ccd51cd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h6047f5476ccd51cd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h6047f5476ccd51cd_0_16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5" name="Google Shape;745;h6047f5476ccd51cd_0_16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200"/>
              <a:t>Published imaging AI methods · 1:12 · cumulative 2:36</a:t>
            </a:r>
            <a:endParaRPr/>
          </a:p>
          <a:p>
            <a:pPr marL="0" lvl="0" indent="0" algn="l" rtl="0">
              <a:spcBef>
                <a:spcPts val="0"/>
              </a:spcBef>
              <a:spcAft>
                <a:spcPts val="0"/>
              </a:spcAft>
              <a:buNone/>
            </a:pPr>
            <a:endParaRPr sz="1200"/>
          </a:p>
          <a:p>
            <a:pPr marL="0" lvl="0" indent="0" algn="l" rtl="0">
              <a:spcBef>
                <a:spcPts val="0"/>
              </a:spcBef>
              <a:spcAft>
                <a:spcPts val="0"/>
              </a:spcAft>
              <a:buNone/>
            </a:pPr>
            <a:r>
              <a:rPr lang="en" sz="1200"/>
              <a:t>Our recent feasibility paper provides the imaging foundation. We combine</a:t>
            </a:r>
            <a:endParaRPr/>
          </a:p>
          <a:p>
            <a:pPr marL="0" lvl="0" indent="0" algn="l" rtl="0">
              <a:spcBef>
                <a:spcPts val="0"/>
              </a:spcBef>
              <a:spcAft>
                <a:spcPts val="0"/>
              </a:spcAft>
              <a:buNone/>
            </a:pPr>
            <a:r>
              <a:rPr lang="en" sz="1200"/>
              <a:t>multiparametric MRI with three-compartment tumor segmentation and</a:t>
            </a:r>
            <a:endParaRPr/>
          </a:p>
          <a:p>
            <a:pPr marL="0" lvl="0" indent="0" algn="l" rtl="0">
              <a:spcBef>
                <a:spcPts val="0"/>
              </a:spcBef>
              <a:spcAft>
                <a:spcPts val="0"/>
              </a:spcAft>
              <a:buNone/>
            </a:pPr>
            <a:r>
              <a:rPr lang="en" sz="1200"/>
              <a:t>subject-specific anatomical parcellation. The trained deep-learning imaging model, the unified MONAI BraTS SegResNet</a:t>
            </a:r>
            <a:endParaRPr/>
          </a:p>
          <a:p>
            <a:pPr marL="0" lvl="0" indent="0" algn="l" rtl="0">
              <a:spcBef>
                <a:spcPts val="0"/>
              </a:spcBef>
              <a:spcAft>
                <a:spcPts val="0"/>
              </a:spcAft>
              <a:buNone/>
            </a:pPr>
            <a:r>
              <a:rPr lang="en" sz="1200"/>
              <a:t>pipeline uses T1, contrast-enhanced T1, T2 and FLAIR. The compartments are</a:t>
            </a:r>
            <a:endParaRPr/>
          </a:p>
          <a:p>
            <a:pPr marL="0" lvl="0" indent="0" algn="l" rtl="0">
              <a:spcBef>
                <a:spcPts val="0"/>
              </a:spcBef>
              <a:spcAft>
                <a:spcPts val="0"/>
              </a:spcAft>
              <a:buNone/>
            </a:pPr>
            <a:r>
              <a:rPr lang="en" sz="1200"/>
              <a:t>non-enhancing or necrotic core, edema and enhancing tumor. FreeSurfer supplies</a:t>
            </a:r>
            <a:endParaRPr/>
          </a:p>
          <a:p>
            <a:pPr marL="0" lvl="0" indent="0" algn="l" rtl="0">
              <a:spcBef>
                <a:spcPts val="0"/>
              </a:spcBef>
              <a:spcAft>
                <a:spcPts val="0"/>
              </a:spcAft>
              <a:buNone/>
            </a:pPr>
            <a:r>
              <a:rPr lang="en" sz="1200"/>
              <a:t>anatomical labels, and intersections produce overlap volumes and regional</a:t>
            </a:r>
            <a:endParaRPr/>
          </a:p>
          <a:p>
            <a:pPr marL="0" lvl="0" indent="0" algn="l" rtl="0">
              <a:spcBef>
                <a:spcPts val="0"/>
              </a:spcBef>
              <a:spcAft>
                <a:spcPts val="0"/>
              </a:spcAft>
              <a:buNone/>
            </a:pPr>
            <a:r>
              <a:rPr lang="en" sz="1200"/>
              <a:t>profiles. In this published illustration, the compartment panel uses the</a:t>
            </a:r>
            <a:endParaRPr/>
          </a:p>
          <a:p>
            <a:pPr marL="0" lvl="0" indent="0" algn="l" rtl="0">
              <a:spcBef>
                <a:spcPts val="0"/>
              </a:spcBef>
              <a:spcAft>
                <a:spcPts val="0"/>
              </a:spcAft>
              <a:buNone/>
            </a:pPr>
            <a:r>
              <a:rPr lang="en" sz="1200"/>
              <a:t>dataset's reference masks. It shows the anatomical workflow, rather than a new</a:t>
            </a:r>
            <a:endParaRPr/>
          </a:p>
          <a:p>
            <a:pPr marL="0" lvl="0" indent="0" algn="l" rtl="0">
              <a:spcBef>
                <a:spcPts val="0"/>
              </a:spcBef>
              <a:spcAft>
                <a:spcPts val="0"/>
              </a:spcAft>
              <a:buNone/>
            </a:pPr>
            <a:r>
              <a:rPr lang="en" sz="1200"/>
              <a:t>prediction generated today. The public code accompanies the study. Our teaching</a:t>
            </a:r>
            <a:endParaRPr/>
          </a:p>
          <a:p>
            <a:pPr marL="0" lvl="0" indent="0" algn="l" rtl="0">
              <a:spcBef>
                <a:spcPts val="0"/>
              </a:spcBef>
              <a:spcAft>
                <a:spcPts val="0"/>
              </a:spcAft>
              <a:buNone/>
            </a:pPr>
            <a:r>
              <a:rPr lang="en" sz="1200"/>
              <a:t>repository quotes its results and reuses attributed figures; it does not rerun</a:t>
            </a:r>
            <a:endParaRPr/>
          </a:p>
          <a:p>
            <a:pPr marL="0" lvl="0" indent="0" algn="l" rtl="0">
              <a:spcBef>
                <a:spcPts val="0"/>
              </a:spcBef>
              <a:spcAft>
                <a:spcPts val="0"/>
              </a:spcAft>
              <a:buNone/>
            </a:pPr>
            <a:r>
              <a:rPr lang="en" sz="1200"/>
              <a:t>the trained model. [Point from MRI sequences to compartments and anatomy.]</a:t>
            </a:r>
            <a:endParaRPr/>
          </a:p>
          <a:p>
            <a:pPr marL="0" lvl="0" indent="0" algn="l" rtl="0">
              <a:spcBef>
                <a:spcPts val="0"/>
              </a:spcBef>
              <a:spcAft>
                <a:spcPts val="0"/>
              </a:spcAft>
              <a:buNone/>
            </a:pPr>
            <a:endParaRPr sz="1200"/>
          </a:p>
          <a:p>
            <a:pPr marL="0" lvl="0" indent="0" algn="l" rtl="0">
              <a:spcBef>
                <a:spcPts val="0"/>
              </a:spcBef>
              <a:spcAft>
                <a:spcPts val="0"/>
              </a:spcAft>
              <a:buNone/>
            </a:pPr>
            <a:r>
              <a:rPr lang="en" sz="1200"/>
              <a:t>Sources</a:t>
            </a:r>
            <a:endParaRPr/>
          </a:p>
          <a:p>
            <a:pPr marL="0" lvl="0" indent="0" algn="l" rtl="0">
              <a:spcBef>
                <a:spcPts val="0"/>
              </a:spcBef>
              <a:spcAft>
                <a:spcPts val="0"/>
              </a:spcAft>
              <a:buNone/>
            </a:pPr>
            <a:r>
              <a:rPr lang="en" sz="1200"/>
              <a:t>https://doi.org/10.1080/03091902.2026.2713703</a:t>
            </a:r>
            <a:endParaRPr/>
          </a:p>
          <a:p>
            <a:pPr marL="0" lvl="0" indent="0" algn="l" rtl="0">
              <a:spcBef>
                <a:spcPts val="0"/>
              </a:spcBef>
              <a:spcAft>
                <a:spcPts val="0"/>
              </a:spcAft>
              <a:buNone/>
            </a:pPr>
            <a:r>
              <a:rPr lang="en" sz="1200"/>
              <a:t>https://github.com/arvidl/high-precision-glioma-segmentation</a:t>
            </a:r>
            <a:endParaRPr/>
          </a:p>
        </p:txBody>
      </p:sp>
      <p:sp>
        <p:nvSpPr>
          <p:cNvPr id="746" name="Google Shape;746;h6047f5476ccd51cd_0_16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h6047f5476ccd51cd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7" name="Google Shape;767;h6047f5476ccd51cd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h6047f5476ccd51cd_0_2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6" name="Google Shape;786;h6047f5476ccd51cd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h6047f5476ccd51cd_0_3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h6047f5476ccd51cd_0_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h6047f5476ccd51cd_0_3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4" name="Google Shape;824;h6047f5476ccd51cd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h74362c64882efaa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2" name="Google Shape;842;h74362c64882efa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h6047f5476ccd51cd_0_56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5" name="Google Shape;855;h6047f5476ccd51cd_0_5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h2ab9c21add2b4191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2" name="Google Shape;902;h2ab9c21add2b4191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h947fa5d906dba0f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h947fa5d906dba0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h6047f5476ccd51cd_0_7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9" name="Google Shape;919;h6047f5476ccd51cd_0_7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8"/>
            <a:ext cx="8229600" cy="857400"/>
          </a:xfrm>
          <a:prstGeom prst="rect">
            <a:avLst/>
          </a:prstGeom>
          <a:noFill/>
          <a:ln>
            <a:noFill/>
          </a:ln>
        </p:spPr>
        <p:txBody>
          <a:bodyPr spcFirstLastPara="1" wrap="square" lIns="79125" tIns="39550" rIns="79125" bIns="39550" anchor="t" anchorCtr="0">
            <a:normAutofit/>
          </a:bodyPr>
          <a:lstStyle>
            <a:lvl1pPr marR="0" lvl="0"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1pPr>
            <a:lvl2pPr marR="0" lvl="1"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2pPr>
            <a:lvl3pPr marR="0" lvl="2"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3pPr>
            <a:lvl4pPr marR="0" lvl="3"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4pPr>
            <a:lvl5pPr marR="0" lvl="4"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5pPr>
            <a:lvl6pPr marR="0" lvl="5"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6pPr>
            <a:lvl7pPr marR="0" lvl="6"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7pPr>
            <a:lvl8pPr marR="0" lvl="7"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8pPr>
            <a:lvl9pPr marR="0" lvl="8"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9pPr>
          </a:lstStyle>
          <a:p>
            <a:endParaRPr/>
          </a:p>
        </p:txBody>
      </p:sp>
      <p:sp>
        <p:nvSpPr>
          <p:cNvPr id="52" name="Google Shape;52;p13"/>
          <p:cNvSpPr txBox="1">
            <a:spLocks noGrp="1"/>
          </p:cNvSpPr>
          <p:nvPr>
            <p:ph type="body" idx="1"/>
          </p:nvPr>
        </p:nvSpPr>
        <p:spPr>
          <a:xfrm>
            <a:off x="457200" y="1200150"/>
            <a:ext cx="8229600" cy="3394500"/>
          </a:xfrm>
          <a:prstGeom prst="rect">
            <a:avLst/>
          </a:prstGeom>
          <a:noFill/>
          <a:ln>
            <a:noFill/>
          </a:ln>
        </p:spPr>
        <p:txBody>
          <a:bodyPr spcFirstLastPara="1" wrap="square" lIns="79125" tIns="39550" rIns="79125" bIns="39550" anchor="t" anchorCtr="0">
            <a:normAutofit/>
          </a:bodyPr>
          <a:lstStyle>
            <a:lvl1pPr marL="457200" marR="0" lvl="0" indent="-406400" algn="l">
              <a:lnSpc>
                <a:spcPct val="100000"/>
              </a:lnSpc>
              <a:spcBef>
                <a:spcPts val="60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a:lnSpc>
                <a:spcPct val="100000"/>
              </a:lnSpc>
              <a:spcBef>
                <a:spcPts val="50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2pPr>
            <a:lvl3pPr marL="1371600" marR="0" lvl="2" indent="-361950" algn="l">
              <a:lnSpc>
                <a:spcPct val="100000"/>
              </a:lnSpc>
              <a:spcBef>
                <a:spcPts val="400"/>
              </a:spcBef>
              <a:spcAft>
                <a:spcPts val="0"/>
              </a:spcAft>
              <a:buClr>
                <a:schemeClr val="dk1"/>
              </a:buClr>
              <a:buSzPts val="2100"/>
              <a:buFont typeface="Times New Roman"/>
              <a:buChar char="•"/>
              <a:defRPr sz="2100" b="0" i="0" u="none" strike="noStrike" cap="none">
                <a:solidFill>
                  <a:schemeClr val="dk1"/>
                </a:solidFill>
                <a:latin typeface="Times New Roman"/>
                <a:ea typeface="Times New Roman"/>
                <a:cs typeface="Times New Roman"/>
                <a:sym typeface="Times New Roman"/>
              </a:defRPr>
            </a:lvl3pPr>
            <a:lvl4pPr marL="1828800" marR="0" lvl="3" indent="-336550" algn="l">
              <a:lnSpc>
                <a:spcPct val="100000"/>
              </a:lnSpc>
              <a:spcBef>
                <a:spcPts val="300"/>
              </a:spcBef>
              <a:spcAft>
                <a:spcPts val="0"/>
              </a:spcAft>
              <a:buClr>
                <a:schemeClr val="dk1"/>
              </a:buClr>
              <a:buSzPts val="1700"/>
              <a:buFont typeface="Times New Roman"/>
              <a:buChar char="–"/>
              <a:defRPr sz="1700" b="0" i="0" u="none" strike="noStrike" cap="none">
                <a:solidFill>
                  <a:schemeClr val="dk1"/>
                </a:solidFill>
                <a:latin typeface="Times New Roman"/>
                <a:ea typeface="Times New Roman"/>
                <a:cs typeface="Times New Roman"/>
                <a:sym typeface="Times New Roman"/>
              </a:defRPr>
            </a:lvl4pPr>
            <a:lvl5pPr marL="2286000" marR="0" lvl="4" indent="-336550" algn="l">
              <a:lnSpc>
                <a:spcPct val="100000"/>
              </a:lnSpc>
              <a:spcBef>
                <a:spcPts val="300"/>
              </a:spcBef>
              <a:spcAft>
                <a:spcPts val="0"/>
              </a:spcAft>
              <a:buClr>
                <a:schemeClr val="dk1"/>
              </a:buClr>
              <a:buSzPts val="1700"/>
              <a:buFont typeface="Times New Roman"/>
              <a:buChar char="»"/>
              <a:defRPr sz="1700" b="0" i="0" u="none" strike="noStrike" cap="none">
                <a:solidFill>
                  <a:schemeClr val="dk1"/>
                </a:solidFill>
                <a:latin typeface="Times New Roman"/>
                <a:ea typeface="Times New Roman"/>
                <a:cs typeface="Times New Roman"/>
                <a:sym typeface="Times New Roman"/>
              </a:defRPr>
            </a:lvl5pPr>
            <a:lvl6pPr marL="2743200" marR="0" lvl="5" indent="-336550" algn="l">
              <a:lnSpc>
                <a:spcPct val="100000"/>
              </a:lnSpc>
              <a:spcBef>
                <a:spcPts val="300"/>
              </a:spcBef>
              <a:spcAft>
                <a:spcPts val="0"/>
              </a:spcAft>
              <a:buClr>
                <a:schemeClr val="dk1"/>
              </a:buClr>
              <a:buSzPts val="1700"/>
              <a:buFont typeface="Times New Roman"/>
              <a:buChar char="»"/>
              <a:defRPr sz="1700" b="0" i="0" u="none" strike="noStrike" cap="none">
                <a:solidFill>
                  <a:schemeClr val="dk1"/>
                </a:solidFill>
                <a:latin typeface="Times New Roman"/>
                <a:ea typeface="Times New Roman"/>
                <a:cs typeface="Times New Roman"/>
                <a:sym typeface="Times New Roman"/>
              </a:defRPr>
            </a:lvl6pPr>
            <a:lvl7pPr marL="3200400" marR="0" lvl="6" indent="-336550" algn="l">
              <a:lnSpc>
                <a:spcPct val="100000"/>
              </a:lnSpc>
              <a:spcBef>
                <a:spcPts val="300"/>
              </a:spcBef>
              <a:spcAft>
                <a:spcPts val="0"/>
              </a:spcAft>
              <a:buClr>
                <a:schemeClr val="dk1"/>
              </a:buClr>
              <a:buSzPts val="1700"/>
              <a:buFont typeface="Times New Roman"/>
              <a:buChar char="»"/>
              <a:defRPr sz="1700" b="0" i="0" u="none" strike="noStrike" cap="none">
                <a:solidFill>
                  <a:schemeClr val="dk1"/>
                </a:solidFill>
                <a:latin typeface="Times New Roman"/>
                <a:ea typeface="Times New Roman"/>
                <a:cs typeface="Times New Roman"/>
                <a:sym typeface="Times New Roman"/>
              </a:defRPr>
            </a:lvl7pPr>
            <a:lvl8pPr marL="3657600" marR="0" lvl="7" indent="-336550" algn="l">
              <a:lnSpc>
                <a:spcPct val="100000"/>
              </a:lnSpc>
              <a:spcBef>
                <a:spcPts val="300"/>
              </a:spcBef>
              <a:spcAft>
                <a:spcPts val="0"/>
              </a:spcAft>
              <a:buClr>
                <a:schemeClr val="dk1"/>
              </a:buClr>
              <a:buSzPts val="1700"/>
              <a:buFont typeface="Times New Roman"/>
              <a:buChar char="»"/>
              <a:defRPr sz="1700" b="0" i="0" u="none" strike="noStrike" cap="none">
                <a:solidFill>
                  <a:schemeClr val="dk1"/>
                </a:solidFill>
                <a:latin typeface="Times New Roman"/>
                <a:ea typeface="Times New Roman"/>
                <a:cs typeface="Times New Roman"/>
                <a:sym typeface="Times New Roman"/>
              </a:defRPr>
            </a:lvl8pPr>
            <a:lvl9pPr marL="4114800" marR="0" lvl="8" indent="-336550" algn="l">
              <a:lnSpc>
                <a:spcPct val="100000"/>
              </a:lnSpc>
              <a:spcBef>
                <a:spcPts val="300"/>
              </a:spcBef>
              <a:spcAft>
                <a:spcPts val="0"/>
              </a:spcAft>
              <a:buClr>
                <a:schemeClr val="dk1"/>
              </a:buClr>
              <a:buSzPts val="1700"/>
              <a:buFont typeface="Times New Roman"/>
              <a:buChar char="»"/>
              <a:defRPr sz="170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53"/>
        <p:cNvGrpSpPr/>
        <p:nvPr/>
      </p:nvGrpSpPr>
      <p:grpSpPr>
        <a:xfrm>
          <a:off x="0" y="0"/>
          <a:ext cx="0" cy="0"/>
          <a:chOff x="0" y="0"/>
          <a:chExt cx="0" cy="0"/>
        </a:xfrm>
      </p:grpSpPr>
      <p:cxnSp>
        <p:nvCxnSpPr>
          <p:cNvPr id="54" name="Google Shape;54;p14"/>
          <p:cNvCxnSpPr/>
          <p:nvPr/>
        </p:nvCxnSpPr>
        <p:spPr>
          <a:xfrm>
            <a:off x="4562313" y="0"/>
            <a:ext cx="11700" cy="5143500"/>
          </a:xfrm>
          <a:prstGeom prst="straightConnector1">
            <a:avLst/>
          </a:prstGeom>
          <a:noFill/>
          <a:ln w="9525" cap="flat" cmpd="sng">
            <a:solidFill>
              <a:srgbClr val="F2F2F2"/>
            </a:solidFill>
            <a:prstDash val="solid"/>
            <a:miter lim="800000"/>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p:cSld name="TITLE_1">
    <p:spTree>
      <p:nvGrpSpPr>
        <p:cNvPr id="1" name="Shape 55"/>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17"/>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2" name="Google Shape;62;p17"/>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3" name="Google Shape;63;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4"/>
        <p:cNvGrpSpPr/>
        <p:nvPr/>
      </p:nvGrpSpPr>
      <p:grpSpPr>
        <a:xfrm>
          <a:off x="0" y="0"/>
          <a:ext cx="0" cy="0"/>
          <a:chOff x="0" y="0"/>
          <a:chExt cx="0" cy="0"/>
        </a:xfrm>
      </p:grpSpPr>
      <p:sp>
        <p:nvSpPr>
          <p:cNvPr id="65" name="Google Shape;65;p1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6" name="Google Shape;6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7"/>
        <p:cNvGrpSpPr/>
        <p:nvPr/>
      </p:nvGrpSpPr>
      <p:grpSpPr>
        <a:xfrm>
          <a:off x="0" y="0"/>
          <a:ext cx="0" cy="0"/>
          <a:chOff x="0" y="0"/>
          <a:chExt cx="0" cy="0"/>
        </a:xfrm>
      </p:grpSpPr>
      <p:sp>
        <p:nvSpPr>
          <p:cNvPr id="68" name="Google Shape;68;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9" name="Google Shape;69;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0" name="Google Shape;7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3" name="Google Shape;73;p20"/>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4" name="Google Shape;74;p20"/>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5" name="Google Shape;75;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8" name="Google Shape;78;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9"/>
        <p:cNvGrpSpPr/>
        <p:nvPr/>
      </p:nvGrpSpPr>
      <p:grpSpPr>
        <a:xfrm>
          <a:off x="0" y="0"/>
          <a:ext cx="0" cy="0"/>
          <a:chOff x="0" y="0"/>
          <a:chExt cx="0" cy="0"/>
        </a:xfrm>
      </p:grpSpPr>
      <p:sp>
        <p:nvSpPr>
          <p:cNvPr id="80" name="Google Shape;80;p22"/>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1" name="Google Shape;81;p22"/>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2" name="Google Shape;82;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2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85" name="Google Shape;85;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6"/>
        <p:cNvGrpSpPr/>
        <p:nvPr/>
      </p:nvGrpSpPr>
      <p:grpSpPr>
        <a:xfrm>
          <a:off x="0" y="0"/>
          <a:ext cx="0" cy="0"/>
          <a:chOff x="0" y="0"/>
          <a:chExt cx="0" cy="0"/>
        </a:xfrm>
      </p:grpSpPr>
      <p:sp>
        <p:nvSpPr>
          <p:cNvPr id="87" name="Google Shape;87;p2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9" name="Google Shape;89;p2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0" name="Google Shape;90;p24"/>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91" name="Google Shape;91;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25"/>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94" name="Google Shape;94;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5"/>
        <p:cNvGrpSpPr/>
        <p:nvPr/>
      </p:nvGrpSpPr>
      <p:grpSpPr>
        <a:xfrm>
          <a:off x="0" y="0"/>
          <a:ext cx="0" cy="0"/>
          <a:chOff x="0" y="0"/>
          <a:chExt cx="0" cy="0"/>
        </a:xfrm>
      </p:grpSpPr>
      <p:sp>
        <p:nvSpPr>
          <p:cNvPr id="96" name="Google Shape;96;p26"/>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7" name="Google Shape;97;p26"/>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98" name="Google Shape;98;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solidFill>
          <a:srgbClr val="FFFFFF"/>
        </a:solidFill>
        <a:effectLst/>
      </p:bgPr>
    </p:bg>
    <p:spTree>
      <p:nvGrpSpPr>
        <p:cNvPr id="1" name="Shape 101"/>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3"/>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4"/>
        <p:cNvGrpSpPr/>
        <p:nvPr/>
      </p:nvGrpSpPr>
      <p:grpSpPr>
        <a:xfrm>
          <a:off x="0" y="0"/>
          <a:ext cx="0" cy="0"/>
          <a:chOff x="0" y="0"/>
          <a:chExt cx="0" cy="0"/>
        </a:xfrm>
      </p:grpSpPr>
      <p:sp>
        <p:nvSpPr>
          <p:cNvPr id="105" name="Google Shape;105;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2"/>
        <p:cNvGrpSpPr/>
        <p:nvPr/>
      </p:nvGrpSpPr>
      <p:grpSpPr>
        <a:xfrm>
          <a:off x="0" y="0"/>
          <a:ext cx="0" cy="0"/>
          <a:chOff x="0" y="0"/>
          <a:chExt cx="0" cy="0"/>
        </a:xfrm>
      </p:grpSpPr>
      <p:sp>
        <p:nvSpPr>
          <p:cNvPr id="113" name="Google Shape;113;p3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4" name="Google Shape;114;p3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5" name="Google Shape;115;p3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6" name="Google Shape;116;p3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3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8"/>
        <p:cNvGrpSpPr/>
        <p:nvPr/>
      </p:nvGrpSpPr>
      <p:grpSpPr>
        <a:xfrm>
          <a:off x="0" y="0"/>
          <a:ext cx="0" cy="0"/>
          <a:chOff x="0" y="0"/>
          <a:chExt cx="0" cy="0"/>
        </a:xfrm>
      </p:grpSpPr>
      <p:sp>
        <p:nvSpPr>
          <p:cNvPr id="119" name="Google Shape;119;p3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0" name="Google Shape;120;p3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1" name="Google Shape;121;p3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2"/>
        <p:cNvGrpSpPr/>
        <p:nvPr/>
      </p:nvGrpSpPr>
      <p:grpSpPr>
        <a:xfrm>
          <a:off x="0" y="0"/>
          <a:ext cx="0" cy="0"/>
          <a:chOff x="0" y="0"/>
          <a:chExt cx="0" cy="0"/>
        </a:xfrm>
      </p:grpSpPr>
      <p:sp>
        <p:nvSpPr>
          <p:cNvPr id="123" name="Google Shape;123;p35"/>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4" name="Google Shape;124;p35"/>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25" name="Google Shape;125;p3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6" name="Google Shape;126;p3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7" name="Google Shape;127;p3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8"/>
        <p:cNvGrpSpPr/>
        <p:nvPr/>
      </p:nvGrpSpPr>
      <p:grpSpPr>
        <a:xfrm>
          <a:off x="0" y="0"/>
          <a:ext cx="0" cy="0"/>
          <a:chOff x="0" y="0"/>
          <a:chExt cx="0" cy="0"/>
        </a:xfrm>
      </p:grpSpPr>
      <p:sp>
        <p:nvSpPr>
          <p:cNvPr id="129" name="Google Shape;129;p36"/>
          <p:cNvSpPr txBox="1">
            <a:spLocks noGrp="1"/>
          </p:cNvSpPr>
          <p:nvPr>
            <p:ph type="title"/>
          </p:nvPr>
        </p:nvSpPr>
        <p:spPr>
          <a:xfrm>
            <a:off x="623888" y="1282305"/>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0" name="Google Shape;130;p36"/>
          <p:cNvSpPr txBox="1">
            <a:spLocks noGrp="1"/>
          </p:cNvSpPr>
          <p:nvPr>
            <p:ph type="body" idx="1"/>
          </p:nvPr>
        </p:nvSpPr>
        <p:spPr>
          <a:xfrm>
            <a:off x="623888" y="3442098"/>
            <a:ext cx="7886700" cy="11250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131" name="Google Shape;131;p3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2" name="Google Shape;132;p3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3" name="Google Shape;133;p3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34"/>
        <p:cNvGrpSpPr/>
        <p:nvPr/>
      </p:nvGrpSpPr>
      <p:grpSpPr>
        <a:xfrm>
          <a:off x="0" y="0"/>
          <a:ext cx="0" cy="0"/>
          <a:chOff x="0" y="0"/>
          <a:chExt cx="0" cy="0"/>
        </a:xfrm>
      </p:grpSpPr>
      <p:sp>
        <p:nvSpPr>
          <p:cNvPr id="135" name="Google Shape;135;p3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6" name="Google Shape;136;p37"/>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7" name="Google Shape;137;p37"/>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8" name="Google Shape;138;p3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9" name="Google Shape;139;p3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0" name="Google Shape;140;p3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41"/>
        <p:cNvGrpSpPr/>
        <p:nvPr/>
      </p:nvGrpSpPr>
      <p:grpSpPr>
        <a:xfrm>
          <a:off x="0" y="0"/>
          <a:ext cx="0" cy="0"/>
          <a:chOff x="0" y="0"/>
          <a:chExt cx="0" cy="0"/>
        </a:xfrm>
      </p:grpSpPr>
      <p:sp>
        <p:nvSpPr>
          <p:cNvPr id="142" name="Google Shape;142;p38"/>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43" name="Google Shape;143;p38"/>
          <p:cNvSpPr txBox="1">
            <a:spLocks noGrp="1"/>
          </p:cNvSpPr>
          <p:nvPr>
            <p:ph type="body" idx="1"/>
          </p:nvPr>
        </p:nvSpPr>
        <p:spPr>
          <a:xfrm>
            <a:off x="629842" y="1260872"/>
            <a:ext cx="38682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44" name="Google Shape;144;p38"/>
          <p:cNvSpPr txBox="1">
            <a:spLocks noGrp="1"/>
          </p:cNvSpPr>
          <p:nvPr>
            <p:ph type="body" idx="2"/>
          </p:nvPr>
        </p:nvSpPr>
        <p:spPr>
          <a:xfrm>
            <a:off x="629842" y="1878806"/>
            <a:ext cx="3868200" cy="27633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5" name="Google Shape;145;p38"/>
          <p:cNvSpPr txBox="1">
            <a:spLocks noGrp="1"/>
          </p:cNvSpPr>
          <p:nvPr>
            <p:ph type="body" idx="3"/>
          </p:nvPr>
        </p:nvSpPr>
        <p:spPr>
          <a:xfrm>
            <a:off x="4629151"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46" name="Google Shape;146;p38"/>
          <p:cNvSpPr txBox="1">
            <a:spLocks noGrp="1"/>
          </p:cNvSpPr>
          <p:nvPr>
            <p:ph type="body" idx="4"/>
          </p:nvPr>
        </p:nvSpPr>
        <p:spPr>
          <a:xfrm>
            <a:off x="4629151" y="1878806"/>
            <a:ext cx="3887400" cy="27633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7" name="Google Shape;147;p3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8" name="Google Shape;148;p3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9" name="Google Shape;149;p3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0"/>
        <p:cNvGrpSpPr/>
        <p:nvPr/>
      </p:nvGrpSpPr>
      <p:grpSpPr>
        <a:xfrm>
          <a:off x="0" y="0"/>
          <a:ext cx="0" cy="0"/>
          <a:chOff x="0" y="0"/>
          <a:chExt cx="0" cy="0"/>
        </a:xfrm>
      </p:grpSpPr>
      <p:sp>
        <p:nvSpPr>
          <p:cNvPr id="151" name="Google Shape;151;p3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52" name="Google Shape;152;p3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3" name="Google Shape;153;p3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4" name="Google Shape;154;p3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5"/>
        <p:cNvGrpSpPr/>
        <p:nvPr/>
      </p:nvGrpSpPr>
      <p:grpSpPr>
        <a:xfrm>
          <a:off x="0" y="0"/>
          <a:ext cx="0" cy="0"/>
          <a:chOff x="0" y="0"/>
          <a:chExt cx="0" cy="0"/>
        </a:xfrm>
      </p:grpSpPr>
      <p:sp>
        <p:nvSpPr>
          <p:cNvPr id="156" name="Google Shape;156;p40"/>
          <p:cNvSpPr txBox="1">
            <a:spLocks noGrp="1"/>
          </p:cNvSpPr>
          <p:nvPr>
            <p:ph type="title"/>
          </p:nvPr>
        </p:nvSpPr>
        <p:spPr>
          <a:xfrm>
            <a:off x="629841" y="342900"/>
            <a:ext cx="29493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57" name="Google Shape;157;p40"/>
          <p:cNvSpPr txBox="1">
            <a:spLocks noGrp="1"/>
          </p:cNvSpPr>
          <p:nvPr>
            <p:ph type="body" idx="1"/>
          </p:nvPr>
        </p:nvSpPr>
        <p:spPr>
          <a:xfrm>
            <a:off x="3887391" y="740570"/>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58" name="Google Shape;158;p40"/>
          <p:cNvSpPr txBox="1">
            <a:spLocks noGrp="1"/>
          </p:cNvSpPr>
          <p:nvPr>
            <p:ph type="body" idx="2"/>
          </p:nvPr>
        </p:nvSpPr>
        <p:spPr>
          <a:xfrm>
            <a:off x="629841" y="1543051"/>
            <a:ext cx="29493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59" name="Google Shape;159;p4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0" name="Google Shape;160;p4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1" name="Google Shape;161;p4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62"/>
        <p:cNvGrpSpPr/>
        <p:nvPr/>
      </p:nvGrpSpPr>
      <p:grpSpPr>
        <a:xfrm>
          <a:off x="0" y="0"/>
          <a:ext cx="0" cy="0"/>
          <a:chOff x="0" y="0"/>
          <a:chExt cx="0" cy="0"/>
        </a:xfrm>
      </p:grpSpPr>
      <p:sp>
        <p:nvSpPr>
          <p:cNvPr id="163" name="Google Shape;163;p41"/>
          <p:cNvSpPr txBox="1">
            <a:spLocks noGrp="1"/>
          </p:cNvSpPr>
          <p:nvPr>
            <p:ph type="title"/>
          </p:nvPr>
        </p:nvSpPr>
        <p:spPr>
          <a:xfrm>
            <a:off x="629841" y="342900"/>
            <a:ext cx="29493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64" name="Google Shape;164;p41"/>
          <p:cNvSpPr>
            <a:spLocks noGrp="1"/>
          </p:cNvSpPr>
          <p:nvPr>
            <p:ph type="pic" idx="2"/>
          </p:nvPr>
        </p:nvSpPr>
        <p:spPr>
          <a:xfrm>
            <a:off x="3887391" y="740570"/>
            <a:ext cx="4629300" cy="3655200"/>
          </a:xfrm>
          <a:prstGeom prst="rect">
            <a:avLst/>
          </a:prstGeom>
          <a:noFill/>
          <a:ln>
            <a:noFill/>
          </a:ln>
        </p:spPr>
      </p:sp>
      <p:sp>
        <p:nvSpPr>
          <p:cNvPr id="165" name="Google Shape;165;p41"/>
          <p:cNvSpPr txBox="1">
            <a:spLocks noGrp="1"/>
          </p:cNvSpPr>
          <p:nvPr>
            <p:ph type="body" idx="1"/>
          </p:nvPr>
        </p:nvSpPr>
        <p:spPr>
          <a:xfrm>
            <a:off x="629841" y="1543051"/>
            <a:ext cx="29493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66" name="Google Shape;166;p4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7" name="Google Shape;167;p4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8" name="Google Shape;168;p4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69"/>
        <p:cNvGrpSpPr/>
        <p:nvPr/>
      </p:nvGrpSpPr>
      <p:grpSpPr>
        <a:xfrm>
          <a:off x="0" y="0"/>
          <a:ext cx="0" cy="0"/>
          <a:chOff x="0" y="0"/>
          <a:chExt cx="0" cy="0"/>
        </a:xfrm>
      </p:grpSpPr>
      <p:sp>
        <p:nvSpPr>
          <p:cNvPr id="170" name="Google Shape;170;p4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71" name="Google Shape;171;p42"/>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2" name="Google Shape;172;p4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3" name="Google Shape;173;p4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4" name="Google Shape;174;p4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75"/>
        <p:cNvGrpSpPr/>
        <p:nvPr/>
      </p:nvGrpSpPr>
      <p:grpSpPr>
        <a:xfrm>
          <a:off x="0" y="0"/>
          <a:ext cx="0" cy="0"/>
          <a:chOff x="0" y="0"/>
          <a:chExt cx="0" cy="0"/>
        </a:xfrm>
      </p:grpSpPr>
      <p:sp>
        <p:nvSpPr>
          <p:cNvPr id="176" name="Google Shape;176;p43"/>
          <p:cNvSpPr txBox="1">
            <a:spLocks noGrp="1"/>
          </p:cNvSpPr>
          <p:nvPr>
            <p:ph type="title"/>
          </p:nvPr>
        </p:nvSpPr>
        <p:spPr>
          <a:xfrm rot="5400000">
            <a:off x="5350051" y="1467545"/>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77" name="Google Shape;177;p43"/>
          <p:cNvSpPr txBox="1">
            <a:spLocks noGrp="1"/>
          </p:cNvSpPr>
          <p:nvPr>
            <p:ph type="body" idx="1"/>
          </p:nvPr>
        </p:nvSpPr>
        <p:spPr>
          <a:xfrm rot="5400000">
            <a:off x="1349476"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8" name="Google Shape;178;p4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9" name="Google Shape;179;p4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0" name="Google Shape;180;p4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5"/>
        <p:cNvGrpSpPr/>
        <p:nvPr/>
      </p:nvGrpSpPr>
      <p:grpSpPr>
        <a:xfrm>
          <a:off x="0" y="0"/>
          <a:ext cx="0" cy="0"/>
          <a:chOff x="0" y="0"/>
          <a:chExt cx="0" cy="0"/>
        </a:xfrm>
      </p:grpSpPr>
      <p:sp>
        <p:nvSpPr>
          <p:cNvPr id="186" name="Google Shape;186;p4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7" name="Google Shape;187;p4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88" name="Google Shape;188;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9"/>
        <p:cNvGrpSpPr/>
        <p:nvPr/>
      </p:nvGrpSpPr>
      <p:grpSpPr>
        <a:xfrm>
          <a:off x="0" y="0"/>
          <a:ext cx="0" cy="0"/>
          <a:chOff x="0" y="0"/>
          <a:chExt cx="0" cy="0"/>
        </a:xfrm>
      </p:grpSpPr>
      <p:sp>
        <p:nvSpPr>
          <p:cNvPr id="190" name="Google Shape;190;p4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91" name="Google Shape;191;p4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92" name="Google Shape;192;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3"/>
        <p:cNvGrpSpPr/>
        <p:nvPr/>
      </p:nvGrpSpPr>
      <p:grpSpPr>
        <a:xfrm>
          <a:off x="0" y="0"/>
          <a:ext cx="0" cy="0"/>
          <a:chOff x="0" y="0"/>
          <a:chExt cx="0" cy="0"/>
        </a:xfrm>
      </p:grpSpPr>
      <p:sp>
        <p:nvSpPr>
          <p:cNvPr id="194" name="Google Shape;194;p4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5" name="Google Shape;195;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6"/>
        <p:cNvGrpSpPr/>
        <p:nvPr/>
      </p:nvGrpSpPr>
      <p:grpSpPr>
        <a:xfrm>
          <a:off x="0" y="0"/>
          <a:ext cx="0" cy="0"/>
          <a:chOff x="0" y="0"/>
          <a:chExt cx="0" cy="0"/>
        </a:xfrm>
      </p:grpSpPr>
      <p:sp>
        <p:nvSpPr>
          <p:cNvPr id="197" name="Google Shape;197;p4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8" name="Google Shape;198;p4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99" name="Google Shape;199;p4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00" name="Google Shape;200;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1"/>
        <p:cNvGrpSpPr/>
        <p:nvPr/>
      </p:nvGrpSpPr>
      <p:grpSpPr>
        <a:xfrm>
          <a:off x="0" y="0"/>
          <a:ext cx="0" cy="0"/>
          <a:chOff x="0" y="0"/>
          <a:chExt cx="0" cy="0"/>
        </a:xfrm>
      </p:grpSpPr>
      <p:sp>
        <p:nvSpPr>
          <p:cNvPr id="202" name="Google Shape;202;p4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03" name="Google Shape;203;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04"/>
        <p:cNvGrpSpPr/>
        <p:nvPr/>
      </p:nvGrpSpPr>
      <p:grpSpPr>
        <a:xfrm>
          <a:off x="0" y="0"/>
          <a:ext cx="0" cy="0"/>
          <a:chOff x="0" y="0"/>
          <a:chExt cx="0" cy="0"/>
        </a:xfrm>
      </p:grpSpPr>
      <p:sp>
        <p:nvSpPr>
          <p:cNvPr id="205" name="Google Shape;205;p5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06" name="Google Shape;206;p5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07" name="Google Shape;207;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08"/>
        <p:cNvGrpSpPr/>
        <p:nvPr/>
      </p:nvGrpSpPr>
      <p:grpSpPr>
        <a:xfrm>
          <a:off x="0" y="0"/>
          <a:ext cx="0" cy="0"/>
          <a:chOff x="0" y="0"/>
          <a:chExt cx="0" cy="0"/>
        </a:xfrm>
      </p:grpSpPr>
      <p:sp>
        <p:nvSpPr>
          <p:cNvPr id="209" name="Google Shape;209;p5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210" name="Google Shape;210;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11"/>
        <p:cNvGrpSpPr/>
        <p:nvPr/>
      </p:nvGrpSpPr>
      <p:grpSpPr>
        <a:xfrm>
          <a:off x="0" y="0"/>
          <a:ext cx="0" cy="0"/>
          <a:chOff x="0" y="0"/>
          <a:chExt cx="0" cy="0"/>
        </a:xfrm>
      </p:grpSpPr>
      <p:sp>
        <p:nvSpPr>
          <p:cNvPr id="212" name="Google Shape;212;p5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5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214" name="Google Shape;214;p5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215" name="Google Shape;215;p5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16" name="Google Shape;216;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17"/>
        <p:cNvGrpSpPr/>
        <p:nvPr/>
      </p:nvGrpSpPr>
      <p:grpSpPr>
        <a:xfrm>
          <a:off x="0" y="0"/>
          <a:ext cx="0" cy="0"/>
          <a:chOff x="0" y="0"/>
          <a:chExt cx="0" cy="0"/>
        </a:xfrm>
      </p:grpSpPr>
      <p:sp>
        <p:nvSpPr>
          <p:cNvPr id="218" name="Google Shape;218;p5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219" name="Google Shape;219;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20"/>
        <p:cNvGrpSpPr/>
        <p:nvPr/>
      </p:nvGrpSpPr>
      <p:grpSpPr>
        <a:xfrm>
          <a:off x="0" y="0"/>
          <a:ext cx="0" cy="0"/>
          <a:chOff x="0" y="0"/>
          <a:chExt cx="0" cy="0"/>
        </a:xfrm>
      </p:grpSpPr>
      <p:sp>
        <p:nvSpPr>
          <p:cNvPr id="221" name="Google Shape;221;p5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22" name="Google Shape;222;p5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223" name="Google Shape;223;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4"/>
        <p:cNvGrpSpPr/>
        <p:nvPr/>
      </p:nvGrpSpPr>
      <p:grpSpPr>
        <a:xfrm>
          <a:off x="0" y="0"/>
          <a:ext cx="0" cy="0"/>
          <a:chOff x="0" y="0"/>
          <a:chExt cx="0" cy="0"/>
        </a:xfrm>
      </p:grpSpPr>
      <p:sp>
        <p:nvSpPr>
          <p:cNvPr id="225" name="Google Shape;225;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solidFill>
          <a:srgbClr val="FFFFFF"/>
        </a:solidFill>
        <a:effectLst/>
      </p:bgPr>
    </p:bg>
    <p:spTree>
      <p:nvGrpSpPr>
        <p:cNvPr id="1" name="Shape 226"/>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SECTION_HEADER_1">
  <p:cSld name="SECTION_HEADER_1">
    <p:spTree>
      <p:nvGrpSpPr>
        <p:cNvPr id="1" name="Shape 227"/>
        <p:cNvGrpSpPr/>
        <p:nvPr/>
      </p:nvGrpSpPr>
      <p:grpSpPr>
        <a:xfrm>
          <a:off x="0" y="0"/>
          <a:ext cx="0" cy="0"/>
          <a:chOff x="0" y="0"/>
          <a:chExt cx="0" cy="0"/>
        </a:xfrm>
      </p:grpSpPr>
      <p:sp>
        <p:nvSpPr>
          <p:cNvPr id="228" name="Google Shape;228;p5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29" name="Google Shape;229;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34"/>
        <p:cNvGrpSpPr/>
        <p:nvPr/>
      </p:nvGrpSpPr>
      <p:grpSpPr>
        <a:xfrm>
          <a:off x="0" y="0"/>
          <a:ext cx="0" cy="0"/>
          <a:chOff x="0" y="0"/>
          <a:chExt cx="0" cy="0"/>
        </a:xfrm>
      </p:grpSpPr>
      <p:sp>
        <p:nvSpPr>
          <p:cNvPr id="235" name="Google Shape;235;p5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236" name="Google Shape;236;p5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37" name="Google Shape;237;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8"/>
        <p:cNvGrpSpPr/>
        <p:nvPr/>
      </p:nvGrpSpPr>
      <p:grpSpPr>
        <a:xfrm>
          <a:off x="0" y="0"/>
          <a:ext cx="0" cy="0"/>
          <a:chOff x="0" y="0"/>
          <a:chExt cx="0" cy="0"/>
        </a:xfrm>
      </p:grpSpPr>
      <p:sp>
        <p:nvSpPr>
          <p:cNvPr id="239" name="Google Shape;239;p6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0" name="Google Shape;240;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1"/>
        <p:cNvGrpSpPr/>
        <p:nvPr/>
      </p:nvGrpSpPr>
      <p:grpSpPr>
        <a:xfrm>
          <a:off x="0" y="0"/>
          <a:ext cx="0" cy="0"/>
          <a:chOff x="0" y="0"/>
          <a:chExt cx="0" cy="0"/>
        </a:xfrm>
      </p:grpSpPr>
      <p:sp>
        <p:nvSpPr>
          <p:cNvPr id="242" name="Google Shape;242;p6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3" name="Google Shape;243;p6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4" name="Google Shape;244;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5"/>
        <p:cNvGrpSpPr/>
        <p:nvPr/>
      </p:nvGrpSpPr>
      <p:grpSpPr>
        <a:xfrm>
          <a:off x="0" y="0"/>
          <a:ext cx="0" cy="0"/>
          <a:chOff x="0" y="0"/>
          <a:chExt cx="0" cy="0"/>
        </a:xfrm>
      </p:grpSpPr>
      <p:sp>
        <p:nvSpPr>
          <p:cNvPr id="246" name="Google Shape;246;p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7" name="Google Shape;247;p62"/>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8" name="Google Shape;248;p62"/>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9" name="Google Shape;249;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0"/>
        <p:cNvGrpSpPr/>
        <p:nvPr/>
      </p:nvGrpSpPr>
      <p:grpSpPr>
        <a:xfrm>
          <a:off x="0" y="0"/>
          <a:ext cx="0" cy="0"/>
          <a:chOff x="0" y="0"/>
          <a:chExt cx="0" cy="0"/>
        </a:xfrm>
      </p:grpSpPr>
      <p:sp>
        <p:nvSpPr>
          <p:cNvPr id="251" name="Google Shape;251;p6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2" name="Google Shape;252;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3"/>
        <p:cNvGrpSpPr/>
        <p:nvPr/>
      </p:nvGrpSpPr>
      <p:grpSpPr>
        <a:xfrm>
          <a:off x="0" y="0"/>
          <a:ext cx="0" cy="0"/>
          <a:chOff x="0" y="0"/>
          <a:chExt cx="0" cy="0"/>
        </a:xfrm>
      </p:grpSpPr>
      <p:sp>
        <p:nvSpPr>
          <p:cNvPr id="254" name="Google Shape;254;p64"/>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55" name="Google Shape;255;p64"/>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6" name="Google Shape;256;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7"/>
        <p:cNvGrpSpPr/>
        <p:nvPr/>
      </p:nvGrpSpPr>
      <p:grpSpPr>
        <a:xfrm>
          <a:off x="0" y="0"/>
          <a:ext cx="0" cy="0"/>
          <a:chOff x="0" y="0"/>
          <a:chExt cx="0" cy="0"/>
        </a:xfrm>
      </p:grpSpPr>
      <p:sp>
        <p:nvSpPr>
          <p:cNvPr id="258" name="Google Shape;258;p65"/>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259" name="Google Shape;259;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60"/>
        <p:cNvGrpSpPr/>
        <p:nvPr/>
      </p:nvGrpSpPr>
      <p:grpSpPr>
        <a:xfrm>
          <a:off x="0" y="0"/>
          <a:ext cx="0" cy="0"/>
          <a:chOff x="0" y="0"/>
          <a:chExt cx="0" cy="0"/>
        </a:xfrm>
      </p:grpSpPr>
      <p:sp>
        <p:nvSpPr>
          <p:cNvPr id="261" name="Google Shape;261;p6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66"/>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63" name="Google Shape;263;p66"/>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264" name="Google Shape;264;p66"/>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65" name="Google Shape;265;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66"/>
        <p:cNvGrpSpPr/>
        <p:nvPr/>
      </p:nvGrpSpPr>
      <p:grpSpPr>
        <a:xfrm>
          <a:off x="0" y="0"/>
          <a:ext cx="0" cy="0"/>
          <a:chOff x="0" y="0"/>
          <a:chExt cx="0" cy="0"/>
        </a:xfrm>
      </p:grpSpPr>
      <p:sp>
        <p:nvSpPr>
          <p:cNvPr id="267" name="Google Shape;267;p67"/>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268" name="Google Shape;268;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69"/>
        <p:cNvGrpSpPr/>
        <p:nvPr/>
      </p:nvGrpSpPr>
      <p:grpSpPr>
        <a:xfrm>
          <a:off x="0" y="0"/>
          <a:ext cx="0" cy="0"/>
          <a:chOff x="0" y="0"/>
          <a:chExt cx="0" cy="0"/>
        </a:xfrm>
      </p:grpSpPr>
      <p:sp>
        <p:nvSpPr>
          <p:cNvPr id="270" name="Google Shape;270;p68"/>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71" name="Google Shape;271;p68"/>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272" name="Google Shape;272;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3"/>
        <p:cNvGrpSpPr/>
        <p:nvPr/>
      </p:nvGrpSpPr>
      <p:grpSpPr>
        <a:xfrm>
          <a:off x="0" y="0"/>
          <a:ext cx="0" cy="0"/>
          <a:chOff x="0" y="0"/>
          <a:chExt cx="0" cy="0"/>
        </a:xfrm>
      </p:grpSpPr>
      <p:sp>
        <p:nvSpPr>
          <p:cNvPr id="274" name="Google Shape;274;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SECTION_HEADER_1">
  <p:cSld name="SECTION_HEADER_1">
    <p:spTree>
      <p:nvGrpSpPr>
        <p:cNvPr id="1" name="Shape 275"/>
        <p:cNvGrpSpPr/>
        <p:nvPr/>
      </p:nvGrpSpPr>
      <p:grpSpPr>
        <a:xfrm>
          <a:off x="0" y="0"/>
          <a:ext cx="0" cy="0"/>
          <a:chOff x="0" y="0"/>
          <a:chExt cx="0" cy="0"/>
        </a:xfrm>
      </p:grpSpPr>
      <p:sp>
        <p:nvSpPr>
          <p:cNvPr id="276" name="Google Shape;276;p7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77" name="Google Shape;277;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8"/>
        <p:cNvGrpSpPr/>
        <p:nvPr/>
      </p:nvGrpSpPr>
      <p:grpSpPr>
        <a:xfrm>
          <a:off x="0" y="0"/>
          <a:ext cx="0" cy="0"/>
          <a:chOff x="0" y="0"/>
          <a:chExt cx="0" cy="0"/>
        </a:xfrm>
      </p:grpSpPr>
      <p:sp>
        <p:nvSpPr>
          <p:cNvPr id="279" name="Google Shape;279;p71"/>
          <p:cNvSpPr txBox="1">
            <a:spLocks noGrp="1"/>
          </p:cNvSpPr>
          <p:nvPr>
            <p:ph type="title"/>
          </p:nvPr>
        </p:nvSpPr>
        <p:spPr>
          <a:xfrm>
            <a:off x="457200" y="205978"/>
            <a:ext cx="8229600" cy="857400"/>
          </a:xfrm>
          <a:prstGeom prst="rect">
            <a:avLst/>
          </a:prstGeom>
          <a:noFill/>
          <a:ln>
            <a:noFill/>
          </a:ln>
        </p:spPr>
        <p:txBody>
          <a:bodyPr spcFirstLastPara="1" wrap="square" lIns="79125" tIns="39550" rIns="79125" bIns="39550" anchor="t" anchorCtr="0">
            <a:normAutofit/>
          </a:bodyPr>
          <a:lstStyle>
            <a:lvl1pPr marR="0" lvl="0"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1pPr>
            <a:lvl2pPr marR="0" lvl="1"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2pPr>
            <a:lvl3pPr marR="0" lvl="2"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3pPr>
            <a:lvl4pPr marR="0" lvl="3"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4pPr>
            <a:lvl5pPr marR="0" lvl="4"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5pPr>
            <a:lvl6pPr marR="0" lvl="5"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6pPr>
            <a:lvl7pPr marR="0" lvl="6"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7pPr>
            <a:lvl8pPr marR="0" lvl="7"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8pPr>
            <a:lvl9pPr marR="0" lvl="8" algn="ctr">
              <a:lnSpc>
                <a:spcPct val="100000"/>
              </a:lnSpc>
              <a:spcBef>
                <a:spcPts val="0"/>
              </a:spcBef>
              <a:spcAft>
                <a:spcPts val="0"/>
              </a:spcAft>
              <a:buClr>
                <a:srgbClr val="000000"/>
              </a:buClr>
              <a:buSzPts val="1200"/>
              <a:buFont typeface="Arial"/>
              <a:buNone/>
              <a:defRPr sz="3800" b="0" i="0" u="none" strike="noStrike" cap="none">
                <a:solidFill>
                  <a:schemeClr val="dk2"/>
                </a:solidFill>
                <a:latin typeface="Times New Roman"/>
                <a:ea typeface="Times New Roman"/>
                <a:cs typeface="Times New Roman"/>
                <a:sym typeface="Times New Roman"/>
              </a:defRPr>
            </a:lvl9pPr>
          </a:lstStyle>
          <a:p>
            <a:endParaRPr/>
          </a:p>
        </p:txBody>
      </p:sp>
      <p:sp>
        <p:nvSpPr>
          <p:cNvPr id="280" name="Google Shape;280;p71"/>
          <p:cNvSpPr txBox="1">
            <a:spLocks noGrp="1"/>
          </p:cNvSpPr>
          <p:nvPr>
            <p:ph type="body" idx="1"/>
          </p:nvPr>
        </p:nvSpPr>
        <p:spPr>
          <a:xfrm>
            <a:off x="457200" y="1200150"/>
            <a:ext cx="8229600" cy="3394500"/>
          </a:xfrm>
          <a:prstGeom prst="rect">
            <a:avLst/>
          </a:prstGeom>
          <a:noFill/>
          <a:ln>
            <a:noFill/>
          </a:ln>
        </p:spPr>
        <p:txBody>
          <a:bodyPr spcFirstLastPara="1" wrap="square" lIns="79125" tIns="39550" rIns="79125" bIns="39550" anchor="t" anchorCtr="0">
            <a:normAutofit/>
          </a:bodyPr>
          <a:lstStyle>
            <a:lvl1pPr marL="457200" marR="0" lvl="0" indent="-406400" algn="l">
              <a:lnSpc>
                <a:spcPct val="100000"/>
              </a:lnSpc>
              <a:spcBef>
                <a:spcPts val="60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a:lnSpc>
                <a:spcPct val="100000"/>
              </a:lnSpc>
              <a:spcBef>
                <a:spcPts val="50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2pPr>
            <a:lvl3pPr marL="1371600" marR="0" lvl="2" indent="-361950" algn="l">
              <a:lnSpc>
                <a:spcPct val="100000"/>
              </a:lnSpc>
              <a:spcBef>
                <a:spcPts val="400"/>
              </a:spcBef>
              <a:spcAft>
                <a:spcPts val="0"/>
              </a:spcAft>
              <a:buClr>
                <a:schemeClr val="dk1"/>
              </a:buClr>
              <a:buSzPts val="2100"/>
              <a:buFont typeface="Times New Roman"/>
              <a:buChar char="•"/>
              <a:defRPr sz="2100" b="0" i="0" u="none" strike="noStrike" cap="none">
                <a:solidFill>
                  <a:schemeClr val="dk1"/>
                </a:solidFill>
                <a:latin typeface="Times New Roman"/>
                <a:ea typeface="Times New Roman"/>
                <a:cs typeface="Times New Roman"/>
                <a:sym typeface="Times New Roman"/>
              </a:defRPr>
            </a:lvl3pPr>
            <a:lvl4pPr marL="1828800" marR="0" lvl="3" indent="-336550" algn="l">
              <a:lnSpc>
                <a:spcPct val="100000"/>
              </a:lnSpc>
              <a:spcBef>
                <a:spcPts val="300"/>
              </a:spcBef>
              <a:spcAft>
                <a:spcPts val="0"/>
              </a:spcAft>
              <a:buClr>
                <a:schemeClr val="dk1"/>
              </a:buClr>
              <a:buSzPts val="1700"/>
              <a:buFont typeface="Times New Roman"/>
              <a:buChar char="–"/>
              <a:defRPr sz="1700" b="0" i="0" u="none" strike="noStrike" cap="none">
                <a:solidFill>
                  <a:schemeClr val="dk1"/>
                </a:solidFill>
                <a:latin typeface="Times New Roman"/>
                <a:ea typeface="Times New Roman"/>
                <a:cs typeface="Times New Roman"/>
                <a:sym typeface="Times New Roman"/>
              </a:defRPr>
            </a:lvl4pPr>
            <a:lvl5pPr marL="2286000" marR="0" lvl="4" indent="-336550" algn="l">
              <a:lnSpc>
                <a:spcPct val="100000"/>
              </a:lnSpc>
              <a:spcBef>
                <a:spcPts val="300"/>
              </a:spcBef>
              <a:spcAft>
                <a:spcPts val="0"/>
              </a:spcAft>
              <a:buClr>
                <a:schemeClr val="dk1"/>
              </a:buClr>
              <a:buSzPts val="1700"/>
              <a:buFont typeface="Times New Roman"/>
              <a:buChar char="»"/>
              <a:defRPr sz="1700" b="0" i="0" u="none" strike="noStrike" cap="none">
                <a:solidFill>
                  <a:schemeClr val="dk1"/>
                </a:solidFill>
                <a:latin typeface="Times New Roman"/>
                <a:ea typeface="Times New Roman"/>
                <a:cs typeface="Times New Roman"/>
                <a:sym typeface="Times New Roman"/>
              </a:defRPr>
            </a:lvl5pPr>
            <a:lvl6pPr marL="2743200" marR="0" lvl="5" indent="-336550" algn="l">
              <a:lnSpc>
                <a:spcPct val="100000"/>
              </a:lnSpc>
              <a:spcBef>
                <a:spcPts val="300"/>
              </a:spcBef>
              <a:spcAft>
                <a:spcPts val="0"/>
              </a:spcAft>
              <a:buClr>
                <a:schemeClr val="dk1"/>
              </a:buClr>
              <a:buSzPts val="1700"/>
              <a:buFont typeface="Times New Roman"/>
              <a:buChar char="»"/>
              <a:defRPr sz="1700" b="0" i="0" u="none" strike="noStrike" cap="none">
                <a:solidFill>
                  <a:schemeClr val="dk1"/>
                </a:solidFill>
                <a:latin typeface="Times New Roman"/>
                <a:ea typeface="Times New Roman"/>
                <a:cs typeface="Times New Roman"/>
                <a:sym typeface="Times New Roman"/>
              </a:defRPr>
            </a:lvl6pPr>
            <a:lvl7pPr marL="3200400" marR="0" lvl="6" indent="-336550" algn="l">
              <a:lnSpc>
                <a:spcPct val="100000"/>
              </a:lnSpc>
              <a:spcBef>
                <a:spcPts val="300"/>
              </a:spcBef>
              <a:spcAft>
                <a:spcPts val="0"/>
              </a:spcAft>
              <a:buClr>
                <a:schemeClr val="dk1"/>
              </a:buClr>
              <a:buSzPts val="1700"/>
              <a:buFont typeface="Times New Roman"/>
              <a:buChar char="»"/>
              <a:defRPr sz="1700" b="0" i="0" u="none" strike="noStrike" cap="none">
                <a:solidFill>
                  <a:schemeClr val="dk1"/>
                </a:solidFill>
                <a:latin typeface="Times New Roman"/>
                <a:ea typeface="Times New Roman"/>
                <a:cs typeface="Times New Roman"/>
                <a:sym typeface="Times New Roman"/>
              </a:defRPr>
            </a:lvl7pPr>
            <a:lvl8pPr marL="3657600" marR="0" lvl="7" indent="-336550" algn="l">
              <a:lnSpc>
                <a:spcPct val="100000"/>
              </a:lnSpc>
              <a:spcBef>
                <a:spcPts val="300"/>
              </a:spcBef>
              <a:spcAft>
                <a:spcPts val="0"/>
              </a:spcAft>
              <a:buClr>
                <a:schemeClr val="dk1"/>
              </a:buClr>
              <a:buSzPts val="1700"/>
              <a:buFont typeface="Times New Roman"/>
              <a:buChar char="»"/>
              <a:defRPr sz="1700" b="0" i="0" u="none" strike="noStrike" cap="none">
                <a:solidFill>
                  <a:schemeClr val="dk1"/>
                </a:solidFill>
                <a:latin typeface="Times New Roman"/>
                <a:ea typeface="Times New Roman"/>
                <a:cs typeface="Times New Roman"/>
                <a:sym typeface="Times New Roman"/>
              </a:defRPr>
            </a:lvl8pPr>
            <a:lvl9pPr marL="4114800" marR="0" lvl="8" indent="-336550" algn="l">
              <a:lnSpc>
                <a:spcPct val="100000"/>
              </a:lnSpc>
              <a:spcBef>
                <a:spcPts val="300"/>
              </a:spcBef>
              <a:spcAft>
                <a:spcPts val="0"/>
              </a:spcAft>
              <a:buClr>
                <a:schemeClr val="dk1"/>
              </a:buClr>
              <a:buSzPts val="1700"/>
              <a:buFont typeface="Times New Roman"/>
              <a:buChar char="»"/>
              <a:defRPr sz="170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nd Content 1">
  <p:cSld name="Title and Content">
    <p:bg>
      <p:bgPr>
        <a:solidFill>
          <a:srgbClr val="FFFFFF"/>
        </a:solidFill>
        <a:effectLst/>
      </p:bgPr>
    </p:bg>
    <p:spTree>
      <p:nvGrpSpPr>
        <p:cNvPr id="1" name="Shape 281"/>
        <p:cNvGrpSpPr/>
        <p:nvPr/>
      </p:nvGrpSpPr>
      <p:grpSpPr>
        <a:xfrm>
          <a:off x="0" y="0"/>
          <a:ext cx="0" cy="0"/>
          <a:chOff x="0" y="0"/>
          <a:chExt cx="0" cy="0"/>
        </a:xfrm>
      </p:grpSpPr>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286"/>
        <p:cNvGrpSpPr/>
        <p:nvPr/>
      </p:nvGrpSpPr>
      <p:grpSpPr>
        <a:xfrm>
          <a:off x="0" y="0"/>
          <a:ext cx="0" cy="0"/>
          <a:chOff x="0" y="0"/>
          <a:chExt cx="0" cy="0"/>
        </a:xfrm>
      </p:grpSpPr>
      <p:sp>
        <p:nvSpPr>
          <p:cNvPr id="287" name="Google Shape;287;p74"/>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8" name="Google Shape;288;p74"/>
          <p:cNvGrpSpPr/>
          <p:nvPr/>
        </p:nvGrpSpPr>
        <p:grpSpPr>
          <a:xfrm>
            <a:off x="830392" y="1191256"/>
            <a:ext cx="745763" cy="45826"/>
            <a:chOff x="4580561" y="2589004"/>
            <a:chExt cx="1064464" cy="25200"/>
          </a:xfrm>
        </p:grpSpPr>
        <p:sp>
          <p:nvSpPr>
            <p:cNvPr id="289" name="Google Shape;289;p7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7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1" name="Google Shape;291;p74"/>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a:endParaRPr/>
          </a:p>
        </p:txBody>
      </p:sp>
      <p:sp>
        <p:nvSpPr>
          <p:cNvPr id="292" name="Google Shape;292;p74"/>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293" name="Google Shape;293;p7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94"/>
        <p:cNvGrpSpPr/>
        <p:nvPr/>
      </p:nvGrpSpPr>
      <p:grpSpPr>
        <a:xfrm>
          <a:off x="0" y="0"/>
          <a:ext cx="0" cy="0"/>
          <a:chOff x="0" y="0"/>
          <a:chExt cx="0" cy="0"/>
        </a:xfrm>
      </p:grpSpPr>
      <p:grpSp>
        <p:nvGrpSpPr>
          <p:cNvPr id="295" name="Google Shape;295;p75"/>
          <p:cNvGrpSpPr/>
          <p:nvPr/>
        </p:nvGrpSpPr>
        <p:grpSpPr>
          <a:xfrm>
            <a:off x="830392" y="1191256"/>
            <a:ext cx="745763" cy="45826"/>
            <a:chOff x="4580561" y="2589004"/>
            <a:chExt cx="1064464" cy="25200"/>
          </a:xfrm>
        </p:grpSpPr>
        <p:sp>
          <p:nvSpPr>
            <p:cNvPr id="296" name="Google Shape;296;p75"/>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75"/>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8" name="Google Shape;298;p75"/>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99" name="Google Shape;299;p7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0"/>
        <p:cNvGrpSpPr/>
        <p:nvPr/>
      </p:nvGrpSpPr>
      <p:grpSpPr>
        <a:xfrm>
          <a:off x="0" y="0"/>
          <a:ext cx="0" cy="0"/>
          <a:chOff x="0" y="0"/>
          <a:chExt cx="0" cy="0"/>
        </a:xfrm>
      </p:grpSpPr>
      <p:sp>
        <p:nvSpPr>
          <p:cNvPr id="301" name="Google Shape;301;p7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2" name="Google Shape;302;p76"/>
          <p:cNvGrpSpPr/>
          <p:nvPr/>
        </p:nvGrpSpPr>
        <p:grpSpPr>
          <a:xfrm>
            <a:off x="830392" y="1191256"/>
            <a:ext cx="745763" cy="45826"/>
            <a:chOff x="4580561" y="2589004"/>
            <a:chExt cx="1064464" cy="25200"/>
          </a:xfrm>
        </p:grpSpPr>
        <p:sp>
          <p:nvSpPr>
            <p:cNvPr id="303" name="Google Shape;303;p7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7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5" name="Google Shape;305;p7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306" name="Google Shape;306;p7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07" name="Google Shape;307;p7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8"/>
        <p:cNvGrpSpPr/>
        <p:nvPr/>
      </p:nvGrpSpPr>
      <p:grpSpPr>
        <a:xfrm>
          <a:off x="0" y="0"/>
          <a:ext cx="0" cy="0"/>
          <a:chOff x="0" y="0"/>
          <a:chExt cx="0" cy="0"/>
        </a:xfrm>
      </p:grpSpPr>
      <p:sp>
        <p:nvSpPr>
          <p:cNvPr id="309" name="Google Shape;309;p7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0" name="Google Shape;310;p77"/>
          <p:cNvGrpSpPr/>
          <p:nvPr/>
        </p:nvGrpSpPr>
        <p:grpSpPr>
          <a:xfrm>
            <a:off x="830392" y="1191256"/>
            <a:ext cx="745763" cy="45826"/>
            <a:chOff x="4580561" y="2589004"/>
            <a:chExt cx="1064464" cy="25200"/>
          </a:xfrm>
        </p:grpSpPr>
        <p:sp>
          <p:nvSpPr>
            <p:cNvPr id="311" name="Google Shape;311;p7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7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3" name="Google Shape;313;p77"/>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314" name="Google Shape;314;p77"/>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5" name="Google Shape;315;p77"/>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6" name="Google Shape;316;p7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7"/>
        <p:cNvGrpSpPr/>
        <p:nvPr/>
      </p:nvGrpSpPr>
      <p:grpSpPr>
        <a:xfrm>
          <a:off x="0" y="0"/>
          <a:ext cx="0" cy="0"/>
          <a:chOff x="0" y="0"/>
          <a:chExt cx="0" cy="0"/>
        </a:xfrm>
      </p:grpSpPr>
      <p:sp>
        <p:nvSpPr>
          <p:cNvPr id="318" name="Google Shape;318;p78"/>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9" name="Google Shape;319;p78"/>
          <p:cNvGrpSpPr/>
          <p:nvPr/>
        </p:nvGrpSpPr>
        <p:grpSpPr>
          <a:xfrm>
            <a:off x="830392" y="1191256"/>
            <a:ext cx="745763" cy="45826"/>
            <a:chOff x="4580561" y="2589004"/>
            <a:chExt cx="1064464" cy="25200"/>
          </a:xfrm>
        </p:grpSpPr>
        <p:sp>
          <p:nvSpPr>
            <p:cNvPr id="320" name="Google Shape;320;p7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7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2" name="Google Shape;322;p78"/>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323" name="Google Shape;323;p7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4"/>
        <p:cNvGrpSpPr/>
        <p:nvPr/>
      </p:nvGrpSpPr>
      <p:grpSpPr>
        <a:xfrm>
          <a:off x="0" y="0"/>
          <a:ext cx="0" cy="0"/>
          <a:chOff x="0" y="0"/>
          <a:chExt cx="0" cy="0"/>
        </a:xfrm>
      </p:grpSpPr>
      <p:sp>
        <p:nvSpPr>
          <p:cNvPr id="325" name="Google Shape;325;p79"/>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6" name="Google Shape;326;p79"/>
          <p:cNvGrpSpPr/>
          <p:nvPr/>
        </p:nvGrpSpPr>
        <p:grpSpPr>
          <a:xfrm>
            <a:off x="830392" y="1191256"/>
            <a:ext cx="745763" cy="45826"/>
            <a:chOff x="4580561" y="2589004"/>
            <a:chExt cx="1064464" cy="25200"/>
          </a:xfrm>
        </p:grpSpPr>
        <p:sp>
          <p:nvSpPr>
            <p:cNvPr id="327" name="Google Shape;327;p7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7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9" name="Google Shape;329;p79"/>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330" name="Google Shape;330;p79"/>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31" name="Google Shape;331;p7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332"/>
        <p:cNvGrpSpPr/>
        <p:nvPr/>
      </p:nvGrpSpPr>
      <p:grpSpPr>
        <a:xfrm>
          <a:off x="0" y="0"/>
          <a:ext cx="0" cy="0"/>
          <a:chOff x="0" y="0"/>
          <a:chExt cx="0" cy="0"/>
        </a:xfrm>
      </p:grpSpPr>
      <p:grpSp>
        <p:nvGrpSpPr>
          <p:cNvPr id="333" name="Google Shape;333;p80"/>
          <p:cNvGrpSpPr/>
          <p:nvPr/>
        </p:nvGrpSpPr>
        <p:grpSpPr>
          <a:xfrm>
            <a:off x="830392" y="4169130"/>
            <a:ext cx="745763" cy="45826"/>
            <a:chOff x="4580561" y="2589004"/>
            <a:chExt cx="1064464" cy="25200"/>
          </a:xfrm>
        </p:grpSpPr>
        <p:sp>
          <p:nvSpPr>
            <p:cNvPr id="334" name="Google Shape;334;p8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8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6" name="Google Shape;336;p80"/>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337" name="Google Shape;337;p8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8"/>
        <p:cNvGrpSpPr/>
        <p:nvPr/>
      </p:nvGrpSpPr>
      <p:grpSpPr>
        <a:xfrm>
          <a:off x="0" y="0"/>
          <a:ext cx="0" cy="0"/>
          <a:chOff x="0" y="0"/>
          <a:chExt cx="0" cy="0"/>
        </a:xfrm>
      </p:grpSpPr>
      <p:sp>
        <p:nvSpPr>
          <p:cNvPr id="339" name="Google Shape;339;p81"/>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0" name="Google Shape;340;p81"/>
          <p:cNvGrpSpPr/>
          <p:nvPr/>
        </p:nvGrpSpPr>
        <p:grpSpPr>
          <a:xfrm>
            <a:off x="830392" y="1191256"/>
            <a:ext cx="745763" cy="45826"/>
            <a:chOff x="4580561" y="2589004"/>
            <a:chExt cx="1064464" cy="25200"/>
          </a:xfrm>
        </p:grpSpPr>
        <p:sp>
          <p:nvSpPr>
            <p:cNvPr id="341" name="Google Shape;341;p8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8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3" name="Google Shape;343;p81"/>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344" name="Google Shape;344;p81"/>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345" name="Google Shape;345;p81"/>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46" name="Google Shape;346;p8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47"/>
        <p:cNvGrpSpPr/>
        <p:nvPr/>
      </p:nvGrpSpPr>
      <p:grpSpPr>
        <a:xfrm>
          <a:off x="0" y="0"/>
          <a:ext cx="0" cy="0"/>
          <a:chOff x="0" y="0"/>
          <a:chExt cx="0" cy="0"/>
        </a:xfrm>
      </p:grpSpPr>
      <p:sp>
        <p:nvSpPr>
          <p:cNvPr id="348" name="Google Shape;348;p82"/>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349" name="Google Shape;349;p8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350"/>
        <p:cNvGrpSpPr/>
        <p:nvPr/>
      </p:nvGrpSpPr>
      <p:grpSpPr>
        <a:xfrm>
          <a:off x="0" y="0"/>
          <a:ext cx="0" cy="0"/>
          <a:chOff x="0" y="0"/>
          <a:chExt cx="0" cy="0"/>
        </a:xfrm>
      </p:grpSpPr>
      <p:grpSp>
        <p:nvGrpSpPr>
          <p:cNvPr id="351" name="Google Shape;351;p83"/>
          <p:cNvGrpSpPr/>
          <p:nvPr/>
        </p:nvGrpSpPr>
        <p:grpSpPr>
          <a:xfrm>
            <a:off x="830392" y="4169130"/>
            <a:ext cx="745763" cy="45826"/>
            <a:chOff x="4580561" y="2589004"/>
            <a:chExt cx="1064464" cy="25200"/>
          </a:xfrm>
        </p:grpSpPr>
        <p:sp>
          <p:nvSpPr>
            <p:cNvPr id="352" name="Google Shape;352;p8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8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4" name="Google Shape;354;p83"/>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355" name="Google Shape;355;p83"/>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1600"/>
              </a:spcBef>
              <a:spcAft>
                <a:spcPts val="0"/>
              </a:spcAft>
              <a:buClr>
                <a:schemeClr val="lt1"/>
              </a:buClr>
              <a:buSzPts val="1100"/>
              <a:buChar char="○"/>
              <a:defRPr>
                <a:solidFill>
                  <a:schemeClr val="lt1"/>
                </a:solidFill>
              </a:defRPr>
            </a:lvl2pPr>
            <a:lvl3pPr marL="1371600" lvl="2" indent="-298450">
              <a:spcBef>
                <a:spcPts val="1600"/>
              </a:spcBef>
              <a:spcAft>
                <a:spcPts val="0"/>
              </a:spcAft>
              <a:buClr>
                <a:schemeClr val="lt1"/>
              </a:buClr>
              <a:buSzPts val="1100"/>
              <a:buChar char="■"/>
              <a:defRPr>
                <a:solidFill>
                  <a:schemeClr val="lt1"/>
                </a:solidFill>
              </a:defRPr>
            </a:lvl3pPr>
            <a:lvl4pPr marL="1828800" lvl="3" indent="-298450">
              <a:spcBef>
                <a:spcPts val="1600"/>
              </a:spcBef>
              <a:spcAft>
                <a:spcPts val="0"/>
              </a:spcAft>
              <a:buClr>
                <a:schemeClr val="lt1"/>
              </a:buClr>
              <a:buSzPts val="1100"/>
              <a:buChar char="●"/>
              <a:defRPr>
                <a:solidFill>
                  <a:schemeClr val="lt1"/>
                </a:solidFill>
              </a:defRPr>
            </a:lvl4pPr>
            <a:lvl5pPr marL="2286000" lvl="4" indent="-298450">
              <a:spcBef>
                <a:spcPts val="1600"/>
              </a:spcBef>
              <a:spcAft>
                <a:spcPts val="0"/>
              </a:spcAft>
              <a:buClr>
                <a:schemeClr val="lt1"/>
              </a:buClr>
              <a:buSzPts val="1100"/>
              <a:buChar char="○"/>
              <a:defRPr>
                <a:solidFill>
                  <a:schemeClr val="lt1"/>
                </a:solidFill>
              </a:defRPr>
            </a:lvl5pPr>
            <a:lvl6pPr marL="2743200" lvl="5" indent="-298450">
              <a:spcBef>
                <a:spcPts val="1600"/>
              </a:spcBef>
              <a:spcAft>
                <a:spcPts val="0"/>
              </a:spcAft>
              <a:buClr>
                <a:schemeClr val="lt1"/>
              </a:buClr>
              <a:buSzPts val="1100"/>
              <a:buChar char="■"/>
              <a:defRPr>
                <a:solidFill>
                  <a:schemeClr val="lt1"/>
                </a:solidFill>
              </a:defRPr>
            </a:lvl6pPr>
            <a:lvl7pPr marL="3200400" lvl="6" indent="-298450">
              <a:spcBef>
                <a:spcPts val="1600"/>
              </a:spcBef>
              <a:spcAft>
                <a:spcPts val="0"/>
              </a:spcAft>
              <a:buClr>
                <a:schemeClr val="lt1"/>
              </a:buClr>
              <a:buSzPts val="1100"/>
              <a:buChar char="●"/>
              <a:defRPr>
                <a:solidFill>
                  <a:schemeClr val="lt1"/>
                </a:solidFill>
              </a:defRPr>
            </a:lvl7pPr>
            <a:lvl8pPr marL="3657600" lvl="7" indent="-298450">
              <a:spcBef>
                <a:spcPts val="1600"/>
              </a:spcBef>
              <a:spcAft>
                <a:spcPts val="0"/>
              </a:spcAft>
              <a:buClr>
                <a:schemeClr val="lt1"/>
              </a:buClr>
              <a:buSzPts val="1100"/>
              <a:buChar char="○"/>
              <a:defRPr>
                <a:solidFill>
                  <a:schemeClr val="lt1"/>
                </a:solidFill>
              </a:defRPr>
            </a:lvl8pPr>
            <a:lvl9pPr marL="4114800" lvl="8" indent="-298450">
              <a:spcBef>
                <a:spcPts val="1600"/>
              </a:spcBef>
              <a:spcAft>
                <a:spcPts val="1600"/>
              </a:spcAft>
              <a:buClr>
                <a:schemeClr val="lt1"/>
              </a:buClr>
              <a:buSzPts val="1100"/>
              <a:buChar char="■"/>
              <a:defRPr>
                <a:solidFill>
                  <a:schemeClr val="lt1"/>
                </a:solidFill>
              </a:defRPr>
            </a:lvl9pPr>
          </a:lstStyle>
          <a:p>
            <a:endParaRPr/>
          </a:p>
        </p:txBody>
      </p:sp>
      <p:sp>
        <p:nvSpPr>
          <p:cNvPr id="356" name="Google Shape;356;p8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7"/>
        <p:cNvGrpSpPr/>
        <p:nvPr/>
      </p:nvGrpSpPr>
      <p:grpSpPr>
        <a:xfrm>
          <a:off x="0" y="0"/>
          <a:ext cx="0" cy="0"/>
          <a:chOff x="0" y="0"/>
          <a:chExt cx="0" cy="0"/>
        </a:xfrm>
      </p:grpSpPr>
      <p:sp>
        <p:nvSpPr>
          <p:cNvPr id="358" name="Google Shape;358;p8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359"/>
        <p:cNvGrpSpPr/>
        <p:nvPr/>
      </p:nvGrpSpPr>
      <p:grpSpPr>
        <a:xfrm>
          <a:off x="0" y="0"/>
          <a:ext cx="0" cy="0"/>
          <a:chOff x="0" y="0"/>
          <a:chExt cx="0" cy="0"/>
        </a:xfrm>
      </p:grpSpPr>
      <p:grpSp>
        <p:nvGrpSpPr>
          <p:cNvPr id="360" name="Google Shape;360;p85"/>
          <p:cNvGrpSpPr/>
          <p:nvPr/>
        </p:nvGrpSpPr>
        <p:grpSpPr>
          <a:xfrm>
            <a:off x="6714243" y="3860093"/>
            <a:ext cx="2429755" cy="1286712"/>
            <a:chOff x="6714243" y="3860093"/>
            <a:chExt cx="2429755" cy="1286712"/>
          </a:xfrm>
        </p:grpSpPr>
        <p:sp>
          <p:nvSpPr>
            <p:cNvPr id="361" name="Google Shape;361;p85"/>
            <p:cNvSpPr/>
            <p:nvPr/>
          </p:nvSpPr>
          <p:spPr>
            <a:xfrm>
              <a:off x="7929952" y="3860093"/>
              <a:ext cx="606220" cy="643388"/>
            </a:xfrm>
            <a:custGeom>
              <a:avLst/>
              <a:gdLst/>
              <a:ahLst/>
              <a:cxnLst/>
              <a:rect l="l" t="t" r="r" b="b"/>
              <a:pathLst>
                <a:path w="20372" h="20037" extrusionOk="0">
                  <a:moveTo>
                    <a:pt x="0" y="0"/>
                  </a:moveTo>
                  <a:lnTo>
                    <a:pt x="0" y="20036"/>
                  </a:lnTo>
                  <a:lnTo>
                    <a:pt x="20371" y="10046"/>
                  </a:lnTo>
                  <a:lnTo>
                    <a:pt x="0" y="0"/>
                  </a:lnTo>
                  <a:close/>
                </a:path>
              </a:pathLst>
            </a:custGeom>
            <a:solidFill>
              <a:srgbClr val="FFA400">
                <a:alpha val="2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85"/>
            <p:cNvSpPr/>
            <p:nvPr/>
          </p:nvSpPr>
          <p:spPr>
            <a:xfrm>
              <a:off x="8536142" y="4182670"/>
              <a:ext cx="607856" cy="643356"/>
            </a:xfrm>
            <a:custGeom>
              <a:avLst/>
              <a:gdLst/>
              <a:ahLst/>
              <a:cxnLst/>
              <a:rect l="l" t="t" r="r" b="b"/>
              <a:pathLst>
                <a:path w="20427" h="20036" extrusionOk="0">
                  <a:moveTo>
                    <a:pt x="0" y="0"/>
                  </a:moveTo>
                  <a:lnTo>
                    <a:pt x="0" y="20036"/>
                  </a:lnTo>
                  <a:lnTo>
                    <a:pt x="20427" y="9990"/>
                  </a:lnTo>
                  <a:lnTo>
                    <a:pt x="0" y="0"/>
                  </a:lnTo>
                  <a:close/>
                </a:path>
              </a:pathLst>
            </a:custGeom>
            <a:solidFill>
              <a:srgbClr val="FFA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85"/>
            <p:cNvSpPr/>
            <p:nvPr/>
          </p:nvSpPr>
          <p:spPr>
            <a:xfrm>
              <a:off x="7322095" y="4825993"/>
              <a:ext cx="607886" cy="320811"/>
            </a:xfrm>
            <a:custGeom>
              <a:avLst/>
              <a:gdLst/>
              <a:ahLst/>
              <a:cxnLst/>
              <a:rect l="l" t="t" r="r" b="b"/>
              <a:pathLst>
                <a:path w="20428" h="9991" extrusionOk="0">
                  <a:moveTo>
                    <a:pt x="1" y="1"/>
                  </a:moveTo>
                  <a:lnTo>
                    <a:pt x="1" y="9991"/>
                  </a:lnTo>
                  <a:lnTo>
                    <a:pt x="20427" y="9991"/>
                  </a:lnTo>
                  <a:lnTo>
                    <a:pt x="1" y="1"/>
                  </a:ln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85"/>
            <p:cNvSpPr/>
            <p:nvPr/>
          </p:nvSpPr>
          <p:spPr>
            <a:xfrm>
              <a:off x="7929952" y="4503448"/>
              <a:ext cx="606220" cy="643356"/>
            </a:xfrm>
            <a:custGeom>
              <a:avLst/>
              <a:gdLst/>
              <a:ahLst/>
              <a:cxnLst/>
              <a:rect l="l" t="t" r="r" b="b"/>
              <a:pathLst>
                <a:path w="20372" h="20036" extrusionOk="0">
                  <a:moveTo>
                    <a:pt x="0" y="0"/>
                  </a:moveTo>
                  <a:lnTo>
                    <a:pt x="0" y="20036"/>
                  </a:lnTo>
                  <a:lnTo>
                    <a:pt x="20371" y="10046"/>
                  </a:lnTo>
                  <a:lnTo>
                    <a:pt x="0" y="0"/>
                  </a:lnTo>
                  <a:close/>
                </a:path>
              </a:pathLst>
            </a:custGeom>
            <a:solidFill>
              <a:srgbClr val="F646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85"/>
            <p:cNvSpPr/>
            <p:nvPr/>
          </p:nvSpPr>
          <p:spPr>
            <a:xfrm>
              <a:off x="8536142" y="4825993"/>
              <a:ext cx="607856" cy="320811"/>
            </a:xfrm>
            <a:custGeom>
              <a:avLst/>
              <a:gdLst/>
              <a:ahLst/>
              <a:cxnLst/>
              <a:rect l="l" t="t" r="r" b="b"/>
              <a:pathLst>
                <a:path w="20427" h="9991" extrusionOk="0">
                  <a:moveTo>
                    <a:pt x="0" y="1"/>
                  </a:moveTo>
                  <a:lnTo>
                    <a:pt x="0" y="9991"/>
                  </a:lnTo>
                  <a:lnTo>
                    <a:pt x="20427" y="9991"/>
                  </a:lnTo>
                  <a:lnTo>
                    <a:pt x="0" y="1"/>
                  </a:lnTo>
                  <a:close/>
                </a:path>
              </a:pathLst>
            </a:custGeom>
            <a:solidFill>
              <a:srgbClr val="F646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85"/>
            <p:cNvSpPr/>
            <p:nvPr/>
          </p:nvSpPr>
          <p:spPr>
            <a:xfrm>
              <a:off x="7322095" y="3860093"/>
              <a:ext cx="607886" cy="643388"/>
            </a:xfrm>
            <a:custGeom>
              <a:avLst/>
              <a:gdLst/>
              <a:ahLst/>
              <a:cxnLst/>
              <a:rect l="l" t="t" r="r" b="b"/>
              <a:pathLst>
                <a:path w="20428" h="20037" extrusionOk="0">
                  <a:moveTo>
                    <a:pt x="20427" y="0"/>
                  </a:moveTo>
                  <a:lnTo>
                    <a:pt x="1" y="10046"/>
                  </a:lnTo>
                  <a:lnTo>
                    <a:pt x="20427" y="20036"/>
                  </a:lnTo>
                  <a:lnTo>
                    <a:pt x="20427" y="0"/>
                  </a:lnTo>
                  <a:close/>
                </a:path>
              </a:pathLst>
            </a:custGeom>
            <a:solidFill>
              <a:srgbClr val="FFFFFF"/>
            </a:solid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85"/>
            <p:cNvSpPr/>
            <p:nvPr/>
          </p:nvSpPr>
          <p:spPr>
            <a:xfrm>
              <a:off x="8536142" y="3860093"/>
              <a:ext cx="607856" cy="643388"/>
            </a:xfrm>
            <a:custGeom>
              <a:avLst/>
              <a:gdLst/>
              <a:ahLst/>
              <a:cxnLst/>
              <a:rect l="l" t="t" r="r" b="b"/>
              <a:pathLst>
                <a:path w="20427" h="20037" extrusionOk="0">
                  <a:moveTo>
                    <a:pt x="20427" y="0"/>
                  </a:moveTo>
                  <a:lnTo>
                    <a:pt x="0" y="10046"/>
                  </a:lnTo>
                  <a:lnTo>
                    <a:pt x="20427" y="20036"/>
                  </a:lnTo>
                  <a:lnTo>
                    <a:pt x="20427" y="0"/>
                  </a:lnTo>
                  <a:close/>
                </a:path>
              </a:pathLst>
            </a:custGeom>
            <a:solidFill>
              <a:srgbClr val="FFFFFF"/>
            </a:solid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85"/>
            <p:cNvSpPr/>
            <p:nvPr/>
          </p:nvSpPr>
          <p:spPr>
            <a:xfrm>
              <a:off x="7929952" y="4182670"/>
              <a:ext cx="606220" cy="643356"/>
            </a:xfrm>
            <a:custGeom>
              <a:avLst/>
              <a:gdLst/>
              <a:ahLst/>
              <a:cxnLst/>
              <a:rect l="l" t="t" r="r" b="b"/>
              <a:pathLst>
                <a:path w="20372" h="20036" extrusionOk="0">
                  <a:moveTo>
                    <a:pt x="20371" y="0"/>
                  </a:moveTo>
                  <a:lnTo>
                    <a:pt x="0" y="9990"/>
                  </a:lnTo>
                  <a:lnTo>
                    <a:pt x="20371" y="20036"/>
                  </a:lnTo>
                  <a:lnTo>
                    <a:pt x="20371" y="0"/>
                  </a:ln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85"/>
            <p:cNvSpPr/>
            <p:nvPr/>
          </p:nvSpPr>
          <p:spPr>
            <a:xfrm>
              <a:off x="7322095" y="4503448"/>
              <a:ext cx="607886" cy="643356"/>
            </a:xfrm>
            <a:custGeom>
              <a:avLst/>
              <a:gdLst/>
              <a:ahLst/>
              <a:cxnLst/>
              <a:rect l="l" t="t" r="r" b="b"/>
              <a:pathLst>
                <a:path w="20428" h="20036" extrusionOk="0">
                  <a:moveTo>
                    <a:pt x="20427" y="0"/>
                  </a:moveTo>
                  <a:lnTo>
                    <a:pt x="1" y="10046"/>
                  </a:lnTo>
                  <a:lnTo>
                    <a:pt x="20427" y="20036"/>
                  </a:lnTo>
                  <a:lnTo>
                    <a:pt x="20427" y="0"/>
                  </a:lnTo>
                  <a:close/>
                </a:path>
              </a:pathLst>
            </a:custGeom>
            <a:solidFill>
              <a:srgbClr val="FFC800">
                <a:alpha val="2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85"/>
            <p:cNvSpPr/>
            <p:nvPr/>
          </p:nvSpPr>
          <p:spPr>
            <a:xfrm>
              <a:off x="7929952" y="4825993"/>
              <a:ext cx="606220" cy="320811"/>
            </a:xfrm>
            <a:custGeom>
              <a:avLst/>
              <a:gdLst/>
              <a:ahLst/>
              <a:cxnLst/>
              <a:rect l="l" t="t" r="r" b="b"/>
              <a:pathLst>
                <a:path w="20372" h="9991" extrusionOk="0">
                  <a:moveTo>
                    <a:pt x="20371" y="1"/>
                  </a:moveTo>
                  <a:lnTo>
                    <a:pt x="0" y="9991"/>
                  </a:lnTo>
                  <a:lnTo>
                    <a:pt x="20371" y="9991"/>
                  </a:lnTo>
                  <a:lnTo>
                    <a:pt x="20371" y="1"/>
                  </a:lnTo>
                  <a:close/>
                </a:path>
              </a:pathLst>
            </a:custGeom>
            <a:solidFill>
              <a:srgbClr val="FFA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85"/>
            <p:cNvSpPr/>
            <p:nvPr/>
          </p:nvSpPr>
          <p:spPr>
            <a:xfrm>
              <a:off x="8536142" y="4503448"/>
              <a:ext cx="607856" cy="643356"/>
            </a:xfrm>
            <a:custGeom>
              <a:avLst/>
              <a:gdLst/>
              <a:ahLst/>
              <a:cxnLst/>
              <a:rect l="l" t="t" r="r" b="b"/>
              <a:pathLst>
                <a:path w="20427" h="20036" extrusionOk="0">
                  <a:moveTo>
                    <a:pt x="20427" y="0"/>
                  </a:moveTo>
                  <a:lnTo>
                    <a:pt x="0" y="10046"/>
                  </a:lnTo>
                  <a:lnTo>
                    <a:pt x="20427" y="20036"/>
                  </a:lnTo>
                  <a:lnTo>
                    <a:pt x="20427" y="0"/>
                  </a:lnTo>
                  <a:close/>
                </a:path>
              </a:pathLst>
            </a:custGeom>
            <a:solidFill>
              <a:srgbClr val="E806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85"/>
            <p:cNvSpPr/>
            <p:nvPr/>
          </p:nvSpPr>
          <p:spPr>
            <a:xfrm>
              <a:off x="6714243" y="4825993"/>
              <a:ext cx="607856" cy="320811"/>
            </a:xfrm>
            <a:custGeom>
              <a:avLst/>
              <a:gdLst/>
              <a:ahLst/>
              <a:cxnLst/>
              <a:rect l="l" t="t" r="r" b="b"/>
              <a:pathLst>
                <a:path w="20427" h="9991" extrusionOk="0">
                  <a:moveTo>
                    <a:pt x="20427" y="1"/>
                  </a:moveTo>
                  <a:lnTo>
                    <a:pt x="0" y="9991"/>
                  </a:lnTo>
                  <a:lnTo>
                    <a:pt x="20427" y="9991"/>
                  </a:lnTo>
                  <a:lnTo>
                    <a:pt x="20427" y="1"/>
                  </a:lnTo>
                  <a:close/>
                </a:path>
              </a:pathLst>
            </a:custGeom>
            <a:solidFill>
              <a:srgbClr val="F64646">
                <a:alpha val="2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3" name="Google Shape;373;p85"/>
          <p:cNvGrpSpPr/>
          <p:nvPr/>
        </p:nvGrpSpPr>
        <p:grpSpPr>
          <a:xfrm>
            <a:off x="892" y="-11"/>
            <a:ext cx="3037586" cy="2252645"/>
            <a:chOff x="892" y="-11"/>
            <a:chExt cx="3037586" cy="2252645"/>
          </a:xfrm>
        </p:grpSpPr>
        <p:sp>
          <p:nvSpPr>
            <p:cNvPr id="374" name="Google Shape;374;p85"/>
            <p:cNvSpPr/>
            <p:nvPr/>
          </p:nvSpPr>
          <p:spPr>
            <a:xfrm>
              <a:off x="892" y="643313"/>
              <a:ext cx="607856" cy="643388"/>
            </a:xfrm>
            <a:custGeom>
              <a:avLst/>
              <a:gdLst/>
              <a:ahLst/>
              <a:cxnLst/>
              <a:rect l="l" t="t" r="r" b="b"/>
              <a:pathLst>
                <a:path w="20427" h="20037" extrusionOk="0">
                  <a:moveTo>
                    <a:pt x="0" y="1"/>
                  </a:moveTo>
                  <a:lnTo>
                    <a:pt x="0" y="20037"/>
                  </a:lnTo>
                  <a:lnTo>
                    <a:pt x="20427" y="10047"/>
                  </a:lnTo>
                  <a:lnTo>
                    <a:pt x="0" y="1"/>
                  </a:lnTo>
                  <a:close/>
                </a:path>
              </a:pathLst>
            </a:custGeom>
            <a:solidFill>
              <a:srgbClr val="FFA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85"/>
            <p:cNvSpPr/>
            <p:nvPr/>
          </p:nvSpPr>
          <p:spPr>
            <a:xfrm>
              <a:off x="608719" y="322534"/>
              <a:ext cx="606220" cy="643388"/>
            </a:xfrm>
            <a:custGeom>
              <a:avLst/>
              <a:gdLst/>
              <a:ahLst/>
              <a:cxnLst/>
              <a:rect l="l" t="t" r="r" b="b"/>
              <a:pathLst>
                <a:path w="20372" h="20037" extrusionOk="0">
                  <a:moveTo>
                    <a:pt x="1" y="1"/>
                  </a:moveTo>
                  <a:lnTo>
                    <a:pt x="1" y="20037"/>
                  </a:lnTo>
                  <a:lnTo>
                    <a:pt x="20372" y="9991"/>
                  </a:lnTo>
                  <a:lnTo>
                    <a:pt x="1" y="1"/>
                  </a:lnTo>
                  <a:close/>
                </a:path>
              </a:pathLst>
            </a:custGeom>
            <a:solidFill>
              <a:srgbClr val="A61C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85"/>
            <p:cNvSpPr/>
            <p:nvPr/>
          </p:nvSpPr>
          <p:spPr>
            <a:xfrm>
              <a:off x="608719" y="965890"/>
              <a:ext cx="606220" cy="643388"/>
            </a:xfrm>
            <a:custGeom>
              <a:avLst/>
              <a:gdLst/>
              <a:ahLst/>
              <a:cxnLst/>
              <a:rect l="l" t="t" r="r" b="b"/>
              <a:pathLst>
                <a:path w="20372" h="20037" extrusionOk="0">
                  <a:moveTo>
                    <a:pt x="1" y="1"/>
                  </a:moveTo>
                  <a:lnTo>
                    <a:pt x="1" y="20037"/>
                  </a:lnTo>
                  <a:lnTo>
                    <a:pt x="20372" y="9991"/>
                  </a:lnTo>
                  <a:lnTo>
                    <a:pt x="1" y="1"/>
                  </a:lnTo>
                  <a:close/>
                </a:path>
              </a:pathLst>
            </a:custGeom>
            <a:solidFill>
              <a:srgbClr val="F646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85"/>
            <p:cNvSpPr/>
            <p:nvPr/>
          </p:nvSpPr>
          <p:spPr>
            <a:xfrm>
              <a:off x="1822766" y="322534"/>
              <a:ext cx="607856" cy="643388"/>
            </a:xfrm>
            <a:custGeom>
              <a:avLst/>
              <a:gdLst/>
              <a:ahLst/>
              <a:cxnLst/>
              <a:rect l="l" t="t" r="r" b="b"/>
              <a:pathLst>
                <a:path w="20427" h="20037" extrusionOk="0">
                  <a:moveTo>
                    <a:pt x="0" y="1"/>
                  </a:moveTo>
                  <a:lnTo>
                    <a:pt x="0" y="20037"/>
                  </a:lnTo>
                  <a:lnTo>
                    <a:pt x="20427" y="9991"/>
                  </a:lnTo>
                  <a:lnTo>
                    <a:pt x="0" y="1"/>
                  </a:lnTo>
                  <a:close/>
                </a:path>
              </a:pathLst>
            </a:custGeom>
            <a:solidFill>
              <a:srgbClr val="FFA400">
                <a:alpha val="2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85"/>
            <p:cNvSpPr/>
            <p:nvPr/>
          </p:nvSpPr>
          <p:spPr>
            <a:xfrm>
              <a:off x="1214909" y="1286669"/>
              <a:ext cx="607886" cy="643388"/>
            </a:xfrm>
            <a:custGeom>
              <a:avLst/>
              <a:gdLst/>
              <a:ahLst/>
              <a:cxnLst/>
              <a:rect l="l" t="t" r="r" b="b"/>
              <a:pathLst>
                <a:path w="20428" h="20037" extrusionOk="0">
                  <a:moveTo>
                    <a:pt x="1" y="1"/>
                  </a:moveTo>
                  <a:lnTo>
                    <a:pt x="1" y="20037"/>
                  </a:lnTo>
                  <a:lnTo>
                    <a:pt x="20427" y="10047"/>
                  </a:lnTo>
                  <a:lnTo>
                    <a:pt x="1" y="1"/>
                  </a:lnTo>
                  <a:close/>
                </a:path>
              </a:pathLst>
            </a:custGeom>
            <a:solidFill>
              <a:srgbClr val="FFA400">
                <a:alpha val="2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5"/>
            <p:cNvSpPr/>
            <p:nvPr/>
          </p:nvSpPr>
          <p:spPr>
            <a:xfrm>
              <a:off x="1822766" y="965890"/>
              <a:ext cx="607856" cy="643388"/>
            </a:xfrm>
            <a:custGeom>
              <a:avLst/>
              <a:gdLst/>
              <a:ahLst/>
              <a:cxnLst/>
              <a:rect l="l" t="t" r="r" b="b"/>
              <a:pathLst>
                <a:path w="20427" h="20037" extrusionOk="0">
                  <a:moveTo>
                    <a:pt x="0" y="1"/>
                  </a:moveTo>
                  <a:lnTo>
                    <a:pt x="0" y="20037"/>
                  </a:lnTo>
                  <a:lnTo>
                    <a:pt x="20427" y="9991"/>
                  </a:lnTo>
                  <a:lnTo>
                    <a:pt x="0" y="1"/>
                  </a:lnTo>
                  <a:close/>
                </a:path>
              </a:pathLst>
            </a:custGeom>
            <a:solidFill>
              <a:srgbClr val="FFFFFF"/>
            </a:solid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85"/>
            <p:cNvSpPr/>
            <p:nvPr/>
          </p:nvSpPr>
          <p:spPr>
            <a:xfrm>
              <a:off x="892" y="-11"/>
              <a:ext cx="607856" cy="643356"/>
            </a:xfrm>
            <a:custGeom>
              <a:avLst/>
              <a:gdLst/>
              <a:ahLst/>
              <a:cxnLst/>
              <a:rect l="l" t="t" r="r" b="b"/>
              <a:pathLst>
                <a:path w="20427" h="20036" extrusionOk="0">
                  <a:moveTo>
                    <a:pt x="0" y="0"/>
                  </a:moveTo>
                  <a:lnTo>
                    <a:pt x="0" y="20036"/>
                  </a:lnTo>
                  <a:lnTo>
                    <a:pt x="20427" y="10046"/>
                  </a:lnTo>
                  <a:lnTo>
                    <a:pt x="0" y="0"/>
                  </a:lnTo>
                  <a:close/>
                </a:path>
              </a:pathLst>
            </a:custGeom>
            <a:solidFill>
              <a:srgbClr val="F646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5"/>
            <p:cNvSpPr/>
            <p:nvPr/>
          </p:nvSpPr>
          <p:spPr>
            <a:xfrm>
              <a:off x="608719" y="-11"/>
              <a:ext cx="606220" cy="322577"/>
            </a:xfrm>
            <a:custGeom>
              <a:avLst/>
              <a:gdLst/>
              <a:ahLst/>
              <a:cxnLst/>
              <a:rect l="l" t="t" r="r" b="b"/>
              <a:pathLst>
                <a:path w="20372" h="10046" extrusionOk="0">
                  <a:moveTo>
                    <a:pt x="1" y="0"/>
                  </a:moveTo>
                  <a:lnTo>
                    <a:pt x="1" y="10046"/>
                  </a:lnTo>
                  <a:lnTo>
                    <a:pt x="20372" y="0"/>
                  </a:lnTo>
                  <a:close/>
                </a:path>
              </a:pathLst>
            </a:custGeom>
            <a:solidFill>
              <a:srgbClr val="FFC800">
                <a:alpha val="2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85"/>
            <p:cNvSpPr/>
            <p:nvPr/>
          </p:nvSpPr>
          <p:spPr>
            <a:xfrm>
              <a:off x="1214909" y="-11"/>
              <a:ext cx="607886" cy="643356"/>
            </a:xfrm>
            <a:custGeom>
              <a:avLst/>
              <a:gdLst/>
              <a:ahLst/>
              <a:cxnLst/>
              <a:rect l="l" t="t" r="r" b="b"/>
              <a:pathLst>
                <a:path w="20428" h="20036" extrusionOk="0">
                  <a:moveTo>
                    <a:pt x="1" y="0"/>
                  </a:moveTo>
                  <a:lnTo>
                    <a:pt x="1" y="20036"/>
                  </a:lnTo>
                  <a:lnTo>
                    <a:pt x="20427" y="10046"/>
                  </a:lnTo>
                  <a:lnTo>
                    <a:pt x="1" y="0"/>
                  </a:ln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85"/>
            <p:cNvSpPr/>
            <p:nvPr/>
          </p:nvSpPr>
          <p:spPr>
            <a:xfrm>
              <a:off x="1822766" y="-11"/>
              <a:ext cx="607856" cy="322577"/>
            </a:xfrm>
            <a:custGeom>
              <a:avLst/>
              <a:gdLst/>
              <a:ahLst/>
              <a:cxnLst/>
              <a:rect l="l" t="t" r="r" b="b"/>
              <a:pathLst>
                <a:path w="20427" h="10046" extrusionOk="0">
                  <a:moveTo>
                    <a:pt x="0" y="0"/>
                  </a:moveTo>
                  <a:lnTo>
                    <a:pt x="0" y="10046"/>
                  </a:lnTo>
                  <a:lnTo>
                    <a:pt x="20427" y="0"/>
                  </a:lnTo>
                  <a:close/>
                </a:path>
              </a:pathLst>
            </a:custGeom>
            <a:solidFill>
              <a:srgbClr val="FFA400">
                <a:alpha val="2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85"/>
            <p:cNvSpPr/>
            <p:nvPr/>
          </p:nvSpPr>
          <p:spPr>
            <a:xfrm>
              <a:off x="2430592" y="-11"/>
              <a:ext cx="607886" cy="643356"/>
            </a:xfrm>
            <a:custGeom>
              <a:avLst/>
              <a:gdLst/>
              <a:ahLst/>
              <a:cxnLst/>
              <a:rect l="l" t="t" r="r" b="b"/>
              <a:pathLst>
                <a:path w="20428" h="20036" extrusionOk="0">
                  <a:moveTo>
                    <a:pt x="1" y="0"/>
                  </a:moveTo>
                  <a:lnTo>
                    <a:pt x="1" y="20036"/>
                  </a:lnTo>
                  <a:lnTo>
                    <a:pt x="20427" y="10046"/>
                  </a:lnTo>
                  <a:lnTo>
                    <a:pt x="1" y="0"/>
                  </a:lnTo>
                  <a:close/>
                </a:path>
              </a:pathLst>
            </a:custGeom>
            <a:solidFill>
              <a:srgbClr val="FFA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5"/>
            <p:cNvSpPr/>
            <p:nvPr/>
          </p:nvSpPr>
          <p:spPr>
            <a:xfrm>
              <a:off x="892" y="322534"/>
              <a:ext cx="607856" cy="643388"/>
            </a:xfrm>
            <a:custGeom>
              <a:avLst/>
              <a:gdLst/>
              <a:ahLst/>
              <a:cxnLst/>
              <a:rect l="l" t="t" r="r" b="b"/>
              <a:pathLst>
                <a:path w="20427" h="20037" extrusionOk="0">
                  <a:moveTo>
                    <a:pt x="20427" y="1"/>
                  </a:moveTo>
                  <a:lnTo>
                    <a:pt x="0" y="9991"/>
                  </a:lnTo>
                  <a:lnTo>
                    <a:pt x="20427" y="20037"/>
                  </a:lnTo>
                  <a:lnTo>
                    <a:pt x="20427" y="1"/>
                  </a:ln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85"/>
            <p:cNvSpPr/>
            <p:nvPr/>
          </p:nvSpPr>
          <p:spPr>
            <a:xfrm>
              <a:off x="608719" y="643313"/>
              <a:ext cx="606220" cy="643388"/>
            </a:xfrm>
            <a:custGeom>
              <a:avLst/>
              <a:gdLst/>
              <a:ahLst/>
              <a:cxnLst/>
              <a:rect l="l" t="t" r="r" b="b"/>
              <a:pathLst>
                <a:path w="20372" h="20037" extrusionOk="0">
                  <a:moveTo>
                    <a:pt x="20372" y="1"/>
                  </a:moveTo>
                  <a:lnTo>
                    <a:pt x="1" y="10047"/>
                  </a:lnTo>
                  <a:lnTo>
                    <a:pt x="20372" y="20037"/>
                  </a:lnTo>
                  <a:lnTo>
                    <a:pt x="20372" y="1"/>
                  </a:ln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5"/>
            <p:cNvSpPr/>
            <p:nvPr/>
          </p:nvSpPr>
          <p:spPr>
            <a:xfrm>
              <a:off x="892" y="965890"/>
              <a:ext cx="607856" cy="643388"/>
            </a:xfrm>
            <a:custGeom>
              <a:avLst/>
              <a:gdLst/>
              <a:ahLst/>
              <a:cxnLst/>
              <a:rect l="l" t="t" r="r" b="b"/>
              <a:pathLst>
                <a:path w="20427" h="20037" extrusionOk="0">
                  <a:moveTo>
                    <a:pt x="20427" y="1"/>
                  </a:moveTo>
                  <a:lnTo>
                    <a:pt x="0" y="9991"/>
                  </a:lnTo>
                  <a:lnTo>
                    <a:pt x="20427" y="20037"/>
                  </a:lnTo>
                  <a:lnTo>
                    <a:pt x="20427" y="1"/>
                  </a:lnTo>
                  <a:close/>
                </a:path>
              </a:pathLst>
            </a:custGeom>
            <a:solidFill>
              <a:srgbClr val="E806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85"/>
            <p:cNvSpPr/>
            <p:nvPr/>
          </p:nvSpPr>
          <p:spPr>
            <a:xfrm>
              <a:off x="608719" y="1286669"/>
              <a:ext cx="606220" cy="643388"/>
            </a:xfrm>
            <a:custGeom>
              <a:avLst/>
              <a:gdLst/>
              <a:ahLst/>
              <a:cxnLst/>
              <a:rect l="l" t="t" r="r" b="b"/>
              <a:pathLst>
                <a:path w="20372" h="20037" extrusionOk="0">
                  <a:moveTo>
                    <a:pt x="20372" y="1"/>
                  </a:moveTo>
                  <a:lnTo>
                    <a:pt x="1" y="10047"/>
                  </a:lnTo>
                  <a:lnTo>
                    <a:pt x="20372" y="20037"/>
                  </a:lnTo>
                  <a:lnTo>
                    <a:pt x="20372" y="1"/>
                  </a:lnTo>
                  <a:close/>
                </a:path>
              </a:pathLst>
            </a:custGeom>
            <a:solidFill>
              <a:srgbClr val="FFA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85"/>
            <p:cNvSpPr/>
            <p:nvPr/>
          </p:nvSpPr>
          <p:spPr>
            <a:xfrm>
              <a:off x="892" y="1609246"/>
              <a:ext cx="607856" cy="643388"/>
            </a:xfrm>
            <a:custGeom>
              <a:avLst/>
              <a:gdLst/>
              <a:ahLst/>
              <a:cxnLst/>
              <a:rect l="l" t="t" r="r" b="b"/>
              <a:pathLst>
                <a:path w="20427" h="20037" extrusionOk="0">
                  <a:moveTo>
                    <a:pt x="20427" y="1"/>
                  </a:moveTo>
                  <a:lnTo>
                    <a:pt x="0" y="9991"/>
                  </a:lnTo>
                  <a:lnTo>
                    <a:pt x="20427" y="20036"/>
                  </a:lnTo>
                  <a:lnTo>
                    <a:pt x="20427" y="1"/>
                  </a:lnTo>
                  <a:close/>
                </a:path>
              </a:pathLst>
            </a:custGeom>
            <a:solidFill>
              <a:srgbClr val="F64646">
                <a:alpha val="2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5"/>
            <p:cNvSpPr/>
            <p:nvPr/>
          </p:nvSpPr>
          <p:spPr>
            <a:xfrm>
              <a:off x="1214909" y="322534"/>
              <a:ext cx="607886" cy="643388"/>
            </a:xfrm>
            <a:custGeom>
              <a:avLst/>
              <a:gdLst/>
              <a:ahLst/>
              <a:cxnLst/>
              <a:rect l="l" t="t" r="r" b="b"/>
              <a:pathLst>
                <a:path w="20428" h="20037" extrusionOk="0">
                  <a:moveTo>
                    <a:pt x="20427" y="1"/>
                  </a:moveTo>
                  <a:lnTo>
                    <a:pt x="1" y="9991"/>
                  </a:lnTo>
                  <a:lnTo>
                    <a:pt x="20427" y="20037"/>
                  </a:lnTo>
                  <a:lnTo>
                    <a:pt x="20427" y="1"/>
                  </a:lnTo>
                  <a:close/>
                </a:path>
              </a:pathLst>
            </a:custGeom>
            <a:solidFill>
              <a:srgbClr val="F64646">
                <a:alpha val="2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5"/>
            <p:cNvSpPr/>
            <p:nvPr/>
          </p:nvSpPr>
          <p:spPr>
            <a:xfrm>
              <a:off x="1214909" y="965890"/>
              <a:ext cx="607886" cy="643388"/>
            </a:xfrm>
            <a:custGeom>
              <a:avLst/>
              <a:gdLst/>
              <a:ahLst/>
              <a:cxnLst/>
              <a:rect l="l" t="t" r="r" b="b"/>
              <a:pathLst>
                <a:path w="20428" h="20037" extrusionOk="0">
                  <a:moveTo>
                    <a:pt x="20427" y="1"/>
                  </a:moveTo>
                  <a:lnTo>
                    <a:pt x="1" y="9991"/>
                  </a:lnTo>
                  <a:lnTo>
                    <a:pt x="20427" y="20037"/>
                  </a:lnTo>
                  <a:lnTo>
                    <a:pt x="20427" y="1"/>
                  </a:lnTo>
                  <a:close/>
                </a:path>
              </a:pathLst>
            </a:custGeom>
            <a:solidFill>
              <a:srgbClr val="FFC800">
                <a:alpha val="2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5"/>
            <p:cNvSpPr/>
            <p:nvPr/>
          </p:nvSpPr>
          <p:spPr>
            <a:xfrm>
              <a:off x="1214909" y="1609246"/>
              <a:ext cx="607886" cy="643388"/>
            </a:xfrm>
            <a:custGeom>
              <a:avLst/>
              <a:gdLst/>
              <a:ahLst/>
              <a:cxnLst/>
              <a:rect l="l" t="t" r="r" b="b"/>
              <a:pathLst>
                <a:path w="20428" h="20037" extrusionOk="0">
                  <a:moveTo>
                    <a:pt x="20427" y="1"/>
                  </a:moveTo>
                  <a:lnTo>
                    <a:pt x="1" y="9991"/>
                  </a:lnTo>
                  <a:lnTo>
                    <a:pt x="20427" y="20036"/>
                  </a:lnTo>
                  <a:lnTo>
                    <a:pt x="20427" y="1"/>
                  </a:lnTo>
                  <a:close/>
                </a:path>
              </a:pathLst>
            </a:custGeom>
            <a:solidFill>
              <a:srgbClr val="FFFFFF"/>
            </a:solid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85"/>
            <p:cNvSpPr/>
            <p:nvPr/>
          </p:nvSpPr>
          <p:spPr>
            <a:xfrm>
              <a:off x="2430592" y="322534"/>
              <a:ext cx="607886" cy="643388"/>
            </a:xfrm>
            <a:custGeom>
              <a:avLst/>
              <a:gdLst/>
              <a:ahLst/>
              <a:cxnLst/>
              <a:rect l="l" t="t" r="r" b="b"/>
              <a:pathLst>
                <a:path w="20428" h="20037" extrusionOk="0">
                  <a:moveTo>
                    <a:pt x="20427" y="1"/>
                  </a:moveTo>
                  <a:lnTo>
                    <a:pt x="1" y="9991"/>
                  </a:lnTo>
                  <a:lnTo>
                    <a:pt x="20427" y="20037"/>
                  </a:lnTo>
                  <a:lnTo>
                    <a:pt x="20427" y="1"/>
                  </a:lnTo>
                  <a:close/>
                </a:path>
              </a:pathLst>
            </a:custGeom>
            <a:solidFill>
              <a:srgbClr val="FFFFFF"/>
            </a:solid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85"/>
            <p:cNvSpPr/>
            <p:nvPr/>
          </p:nvSpPr>
          <p:spPr>
            <a:xfrm>
              <a:off x="892" y="-11"/>
              <a:ext cx="607856" cy="322577"/>
            </a:xfrm>
            <a:custGeom>
              <a:avLst/>
              <a:gdLst/>
              <a:ahLst/>
              <a:cxnLst/>
              <a:rect l="l" t="t" r="r" b="b"/>
              <a:pathLst>
                <a:path w="20427" h="10046" extrusionOk="0">
                  <a:moveTo>
                    <a:pt x="0" y="0"/>
                  </a:moveTo>
                  <a:lnTo>
                    <a:pt x="20427" y="10046"/>
                  </a:lnTo>
                  <a:lnTo>
                    <a:pt x="20427" y="0"/>
                  </a:ln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85"/>
            <p:cNvSpPr/>
            <p:nvPr/>
          </p:nvSpPr>
          <p:spPr>
            <a:xfrm>
              <a:off x="608719" y="-11"/>
              <a:ext cx="606220" cy="643356"/>
            </a:xfrm>
            <a:custGeom>
              <a:avLst/>
              <a:gdLst/>
              <a:ahLst/>
              <a:cxnLst/>
              <a:rect l="l" t="t" r="r" b="b"/>
              <a:pathLst>
                <a:path w="20372" h="20036" extrusionOk="0">
                  <a:moveTo>
                    <a:pt x="20372" y="0"/>
                  </a:moveTo>
                  <a:lnTo>
                    <a:pt x="1" y="10046"/>
                  </a:lnTo>
                  <a:lnTo>
                    <a:pt x="20372" y="20036"/>
                  </a:lnTo>
                  <a:lnTo>
                    <a:pt x="20372" y="0"/>
                  </a:lnTo>
                  <a:close/>
                </a:path>
              </a:pathLst>
            </a:custGeom>
            <a:solidFill>
              <a:srgbClr val="E806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85"/>
            <p:cNvSpPr/>
            <p:nvPr/>
          </p:nvSpPr>
          <p:spPr>
            <a:xfrm>
              <a:off x="1214909" y="-11"/>
              <a:ext cx="607886" cy="322577"/>
            </a:xfrm>
            <a:custGeom>
              <a:avLst/>
              <a:gdLst/>
              <a:ahLst/>
              <a:cxnLst/>
              <a:rect l="l" t="t" r="r" b="b"/>
              <a:pathLst>
                <a:path w="20428" h="10046" extrusionOk="0">
                  <a:moveTo>
                    <a:pt x="1" y="0"/>
                  </a:moveTo>
                  <a:lnTo>
                    <a:pt x="20427" y="10046"/>
                  </a:lnTo>
                  <a:lnTo>
                    <a:pt x="20427" y="0"/>
                  </a:lnTo>
                  <a:close/>
                </a:path>
              </a:pathLst>
            </a:custGeom>
            <a:solidFill>
              <a:srgbClr val="E806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7" name="Google Shape;397;p85"/>
          <p:cNvSpPr txBox="1">
            <a:spLocks noGrp="1"/>
          </p:cNvSpPr>
          <p:nvPr>
            <p:ph type="title"/>
          </p:nvPr>
        </p:nvSpPr>
        <p:spPr>
          <a:xfrm>
            <a:off x="1320025" y="866525"/>
            <a:ext cx="6455700" cy="6681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98" name="Google Shape;398;p85"/>
          <p:cNvSpPr txBox="1">
            <a:spLocks noGrp="1"/>
          </p:cNvSpPr>
          <p:nvPr>
            <p:ph type="body" idx="1"/>
          </p:nvPr>
        </p:nvSpPr>
        <p:spPr>
          <a:xfrm>
            <a:off x="1320025" y="1849075"/>
            <a:ext cx="2080800" cy="26565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sz="1600"/>
            </a:lvl1pPr>
            <a:lvl2pPr marL="914400" lvl="1" indent="-330200">
              <a:spcBef>
                <a:spcPts val="1600"/>
              </a:spcBef>
              <a:spcAft>
                <a:spcPts val="0"/>
              </a:spcAft>
              <a:buSzPts val="1600"/>
              <a:buChar char="○"/>
              <a:defRPr sz="1600"/>
            </a:lvl2pPr>
            <a:lvl3pPr marL="1371600" lvl="2" indent="-330200">
              <a:spcBef>
                <a:spcPts val="1600"/>
              </a:spcBef>
              <a:spcAft>
                <a:spcPts val="0"/>
              </a:spcAft>
              <a:buSzPts val="1600"/>
              <a:buChar char="■"/>
              <a:defRPr sz="1600"/>
            </a:lvl3pPr>
            <a:lvl4pPr marL="1828800" lvl="3" indent="-330200">
              <a:spcBef>
                <a:spcPts val="1600"/>
              </a:spcBef>
              <a:spcAft>
                <a:spcPts val="0"/>
              </a:spcAft>
              <a:buSzPts val="1600"/>
              <a:buChar char="●"/>
              <a:defRPr sz="1600"/>
            </a:lvl4pPr>
            <a:lvl5pPr marL="2286000" lvl="4" indent="-330200">
              <a:spcBef>
                <a:spcPts val="1600"/>
              </a:spcBef>
              <a:spcAft>
                <a:spcPts val="0"/>
              </a:spcAft>
              <a:buSzPts val="1600"/>
              <a:buChar char="○"/>
              <a:defRPr sz="1600"/>
            </a:lvl5pPr>
            <a:lvl6pPr marL="2743200" lvl="5" indent="-330200">
              <a:spcBef>
                <a:spcPts val="1600"/>
              </a:spcBef>
              <a:spcAft>
                <a:spcPts val="0"/>
              </a:spcAft>
              <a:buSzPts val="1600"/>
              <a:buChar char="■"/>
              <a:defRPr sz="1600"/>
            </a:lvl6pPr>
            <a:lvl7pPr marL="3200400" lvl="6" indent="-330200">
              <a:spcBef>
                <a:spcPts val="1600"/>
              </a:spcBef>
              <a:spcAft>
                <a:spcPts val="0"/>
              </a:spcAft>
              <a:buSzPts val="1600"/>
              <a:buChar char="●"/>
              <a:defRPr sz="1600"/>
            </a:lvl7pPr>
            <a:lvl8pPr marL="3657600" lvl="7" indent="-330200">
              <a:spcBef>
                <a:spcPts val="1600"/>
              </a:spcBef>
              <a:spcAft>
                <a:spcPts val="0"/>
              </a:spcAft>
              <a:buSzPts val="1600"/>
              <a:buChar char="○"/>
              <a:defRPr sz="1600"/>
            </a:lvl8pPr>
            <a:lvl9pPr marL="4114800" lvl="8" indent="-330200">
              <a:spcBef>
                <a:spcPts val="1600"/>
              </a:spcBef>
              <a:spcAft>
                <a:spcPts val="1600"/>
              </a:spcAft>
              <a:buSzPts val="1600"/>
              <a:buChar char="■"/>
              <a:defRPr sz="1600"/>
            </a:lvl9pPr>
          </a:lstStyle>
          <a:p>
            <a:endParaRPr/>
          </a:p>
        </p:txBody>
      </p:sp>
      <p:sp>
        <p:nvSpPr>
          <p:cNvPr id="399" name="Google Shape;399;p85"/>
          <p:cNvSpPr txBox="1">
            <a:spLocks noGrp="1"/>
          </p:cNvSpPr>
          <p:nvPr>
            <p:ph type="body" idx="2"/>
          </p:nvPr>
        </p:nvSpPr>
        <p:spPr>
          <a:xfrm>
            <a:off x="3507463" y="1849075"/>
            <a:ext cx="2080800" cy="26565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sz="1600"/>
            </a:lvl1pPr>
            <a:lvl2pPr marL="914400" lvl="1" indent="-330200">
              <a:spcBef>
                <a:spcPts val="1600"/>
              </a:spcBef>
              <a:spcAft>
                <a:spcPts val="0"/>
              </a:spcAft>
              <a:buSzPts val="1600"/>
              <a:buChar char="○"/>
              <a:defRPr sz="1600"/>
            </a:lvl2pPr>
            <a:lvl3pPr marL="1371600" lvl="2" indent="-330200">
              <a:spcBef>
                <a:spcPts val="1600"/>
              </a:spcBef>
              <a:spcAft>
                <a:spcPts val="0"/>
              </a:spcAft>
              <a:buSzPts val="1600"/>
              <a:buChar char="■"/>
              <a:defRPr sz="1600"/>
            </a:lvl3pPr>
            <a:lvl4pPr marL="1828800" lvl="3" indent="-330200">
              <a:spcBef>
                <a:spcPts val="1600"/>
              </a:spcBef>
              <a:spcAft>
                <a:spcPts val="0"/>
              </a:spcAft>
              <a:buSzPts val="1600"/>
              <a:buChar char="●"/>
              <a:defRPr sz="1600"/>
            </a:lvl4pPr>
            <a:lvl5pPr marL="2286000" lvl="4" indent="-330200">
              <a:spcBef>
                <a:spcPts val="1600"/>
              </a:spcBef>
              <a:spcAft>
                <a:spcPts val="0"/>
              </a:spcAft>
              <a:buSzPts val="1600"/>
              <a:buChar char="○"/>
              <a:defRPr sz="1600"/>
            </a:lvl5pPr>
            <a:lvl6pPr marL="2743200" lvl="5" indent="-330200">
              <a:spcBef>
                <a:spcPts val="1600"/>
              </a:spcBef>
              <a:spcAft>
                <a:spcPts val="0"/>
              </a:spcAft>
              <a:buSzPts val="1600"/>
              <a:buChar char="■"/>
              <a:defRPr sz="1600"/>
            </a:lvl6pPr>
            <a:lvl7pPr marL="3200400" lvl="6" indent="-330200">
              <a:spcBef>
                <a:spcPts val="1600"/>
              </a:spcBef>
              <a:spcAft>
                <a:spcPts val="0"/>
              </a:spcAft>
              <a:buSzPts val="1600"/>
              <a:buChar char="●"/>
              <a:defRPr sz="1600"/>
            </a:lvl7pPr>
            <a:lvl8pPr marL="3657600" lvl="7" indent="-330200">
              <a:spcBef>
                <a:spcPts val="1600"/>
              </a:spcBef>
              <a:spcAft>
                <a:spcPts val="0"/>
              </a:spcAft>
              <a:buSzPts val="1600"/>
              <a:buChar char="○"/>
              <a:defRPr sz="1600"/>
            </a:lvl8pPr>
            <a:lvl9pPr marL="4114800" lvl="8" indent="-330200">
              <a:spcBef>
                <a:spcPts val="1600"/>
              </a:spcBef>
              <a:spcAft>
                <a:spcPts val="1600"/>
              </a:spcAft>
              <a:buSzPts val="1600"/>
              <a:buChar char="■"/>
              <a:defRPr sz="1600"/>
            </a:lvl9pPr>
          </a:lstStyle>
          <a:p>
            <a:endParaRPr/>
          </a:p>
        </p:txBody>
      </p:sp>
      <p:sp>
        <p:nvSpPr>
          <p:cNvPr id="400" name="Google Shape;400;p85"/>
          <p:cNvSpPr txBox="1">
            <a:spLocks noGrp="1"/>
          </p:cNvSpPr>
          <p:nvPr>
            <p:ph type="body" idx="3"/>
          </p:nvPr>
        </p:nvSpPr>
        <p:spPr>
          <a:xfrm>
            <a:off x="5694901" y="1849075"/>
            <a:ext cx="2080800" cy="26565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sz="1600"/>
            </a:lvl1pPr>
            <a:lvl2pPr marL="914400" lvl="1" indent="-330200">
              <a:spcBef>
                <a:spcPts val="1600"/>
              </a:spcBef>
              <a:spcAft>
                <a:spcPts val="0"/>
              </a:spcAft>
              <a:buSzPts val="1600"/>
              <a:buChar char="○"/>
              <a:defRPr sz="1600"/>
            </a:lvl2pPr>
            <a:lvl3pPr marL="1371600" lvl="2" indent="-330200">
              <a:spcBef>
                <a:spcPts val="1600"/>
              </a:spcBef>
              <a:spcAft>
                <a:spcPts val="0"/>
              </a:spcAft>
              <a:buSzPts val="1600"/>
              <a:buChar char="■"/>
              <a:defRPr sz="1600"/>
            </a:lvl3pPr>
            <a:lvl4pPr marL="1828800" lvl="3" indent="-330200">
              <a:spcBef>
                <a:spcPts val="1600"/>
              </a:spcBef>
              <a:spcAft>
                <a:spcPts val="0"/>
              </a:spcAft>
              <a:buSzPts val="1600"/>
              <a:buChar char="●"/>
              <a:defRPr sz="1600"/>
            </a:lvl4pPr>
            <a:lvl5pPr marL="2286000" lvl="4" indent="-330200">
              <a:spcBef>
                <a:spcPts val="1600"/>
              </a:spcBef>
              <a:spcAft>
                <a:spcPts val="0"/>
              </a:spcAft>
              <a:buSzPts val="1600"/>
              <a:buChar char="○"/>
              <a:defRPr sz="1600"/>
            </a:lvl5pPr>
            <a:lvl6pPr marL="2743200" lvl="5" indent="-330200">
              <a:spcBef>
                <a:spcPts val="1600"/>
              </a:spcBef>
              <a:spcAft>
                <a:spcPts val="0"/>
              </a:spcAft>
              <a:buSzPts val="1600"/>
              <a:buChar char="■"/>
              <a:defRPr sz="1600"/>
            </a:lvl6pPr>
            <a:lvl7pPr marL="3200400" lvl="6" indent="-330200">
              <a:spcBef>
                <a:spcPts val="1600"/>
              </a:spcBef>
              <a:spcAft>
                <a:spcPts val="0"/>
              </a:spcAft>
              <a:buSzPts val="1600"/>
              <a:buChar char="●"/>
              <a:defRPr sz="1600"/>
            </a:lvl7pPr>
            <a:lvl8pPr marL="3657600" lvl="7" indent="-330200">
              <a:spcBef>
                <a:spcPts val="1600"/>
              </a:spcBef>
              <a:spcAft>
                <a:spcPts val="0"/>
              </a:spcAft>
              <a:buSzPts val="1600"/>
              <a:buChar char="○"/>
              <a:defRPr sz="1600"/>
            </a:lvl8pPr>
            <a:lvl9pPr marL="4114800" lvl="8" indent="-330200">
              <a:spcBef>
                <a:spcPts val="1600"/>
              </a:spcBef>
              <a:spcAft>
                <a:spcPts val="1600"/>
              </a:spcAft>
              <a:buSzPts val="1600"/>
              <a:buChar char="■"/>
              <a:defRPr sz="1600"/>
            </a:lvl9pPr>
          </a:lstStyle>
          <a:p>
            <a:endParaRPr/>
          </a:p>
        </p:txBody>
      </p:sp>
      <p:sp>
        <p:nvSpPr>
          <p:cNvPr id="401" name="Google Shape;401;p8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03"/>
        <p:cNvGrpSpPr/>
        <p:nvPr/>
      </p:nvGrpSpPr>
      <p:grpSpPr>
        <a:xfrm>
          <a:off x="0" y="0"/>
          <a:ext cx="0" cy="0"/>
          <a:chOff x="0" y="0"/>
          <a:chExt cx="0" cy="0"/>
        </a:xfrm>
      </p:grpSpPr>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04"/>
        <p:cNvGrpSpPr/>
        <p:nvPr/>
      </p:nvGrpSpPr>
      <p:grpSpPr>
        <a:xfrm>
          <a:off x="0" y="0"/>
          <a:ext cx="0" cy="0"/>
          <a:chOff x="0" y="0"/>
          <a:chExt cx="0" cy="0"/>
        </a:xfrm>
      </p:grpSpPr>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5"/>
        <p:cNvGrpSpPr/>
        <p:nvPr/>
      </p:nvGrpSpPr>
      <p:grpSpPr>
        <a:xfrm>
          <a:off x="0" y="0"/>
          <a:ext cx="0" cy="0"/>
          <a:chOff x="0" y="0"/>
          <a:chExt cx="0" cy="0"/>
        </a:xfrm>
      </p:grpSpPr>
      <p:sp>
        <p:nvSpPr>
          <p:cNvPr id="406" name="Google Shape;406;p89"/>
          <p:cNvSpPr txBox="1">
            <a:spLocks noGrp="1"/>
          </p:cNvSpPr>
          <p:nvPr>
            <p:ph type="title"/>
          </p:nvPr>
        </p:nvSpPr>
        <p:spPr>
          <a:xfrm>
            <a:off x="623888" y="1282304"/>
            <a:ext cx="7886700" cy="2139600"/>
          </a:xfrm>
          <a:prstGeom prst="rect">
            <a:avLst/>
          </a:prstGeom>
          <a:noFill/>
          <a:ln>
            <a:noFill/>
          </a:ln>
        </p:spPr>
        <p:txBody>
          <a:bodyPr spcFirstLastPara="1" wrap="square" lIns="68575" tIns="34275" rIns="68575" bIns="342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407" name="Google Shape;407;p89"/>
          <p:cNvSpPr txBox="1">
            <a:spLocks noGrp="1"/>
          </p:cNvSpPr>
          <p:nvPr>
            <p:ph type="body" idx="1"/>
          </p:nvPr>
        </p:nvSpPr>
        <p:spPr>
          <a:xfrm>
            <a:off x="623888" y="3442097"/>
            <a:ext cx="7886700" cy="1125000"/>
          </a:xfrm>
          <a:prstGeom prst="rect">
            <a:avLst/>
          </a:prstGeom>
          <a:noFill/>
          <a:ln>
            <a:noFill/>
          </a:ln>
        </p:spPr>
        <p:txBody>
          <a:bodyPr spcFirstLastPara="1" wrap="square" lIns="68575" tIns="34275" rIns="68575" bIns="342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408" name="Google Shape;408;p8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09" name="Google Shape;409;p8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10" name="Google Shape;410;p8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t" anchorCtr="0">
            <a:noAutofit/>
          </a:bodyPr>
          <a:lstStyle>
            <a:lvl1pPr marL="0" marR="0" lvl="0" indent="0" algn="l">
              <a:spcBef>
                <a:spcPts val="0"/>
              </a:spcBef>
              <a:buNone/>
              <a:defRPr sz="1400">
                <a:solidFill>
                  <a:schemeClr val="dk1"/>
                </a:solidFill>
                <a:latin typeface="Calibri"/>
                <a:ea typeface="Calibri"/>
                <a:cs typeface="Calibri"/>
                <a:sym typeface="Calibri"/>
              </a:defRPr>
            </a:lvl1pPr>
            <a:lvl2pPr marL="0" marR="0" lvl="1" indent="0" algn="l">
              <a:spcBef>
                <a:spcPts val="0"/>
              </a:spcBef>
              <a:buNone/>
              <a:defRPr sz="1400">
                <a:solidFill>
                  <a:schemeClr val="dk1"/>
                </a:solidFill>
                <a:latin typeface="Calibri"/>
                <a:ea typeface="Calibri"/>
                <a:cs typeface="Calibri"/>
                <a:sym typeface="Calibri"/>
              </a:defRPr>
            </a:lvl2pPr>
            <a:lvl3pPr marL="0" marR="0" lvl="2" indent="0" algn="l">
              <a:spcBef>
                <a:spcPts val="0"/>
              </a:spcBef>
              <a:buNone/>
              <a:defRPr sz="1400">
                <a:solidFill>
                  <a:schemeClr val="dk1"/>
                </a:solidFill>
                <a:latin typeface="Calibri"/>
                <a:ea typeface="Calibri"/>
                <a:cs typeface="Calibri"/>
                <a:sym typeface="Calibri"/>
              </a:defRPr>
            </a:lvl3pPr>
            <a:lvl4pPr marL="0" marR="0" lvl="3" indent="0" algn="l">
              <a:spcBef>
                <a:spcPts val="0"/>
              </a:spcBef>
              <a:buNone/>
              <a:defRPr sz="1400">
                <a:solidFill>
                  <a:schemeClr val="dk1"/>
                </a:solidFill>
                <a:latin typeface="Calibri"/>
                <a:ea typeface="Calibri"/>
                <a:cs typeface="Calibri"/>
                <a:sym typeface="Calibri"/>
              </a:defRPr>
            </a:lvl4pPr>
            <a:lvl5pPr marL="0" marR="0" lvl="4" indent="0" algn="l">
              <a:spcBef>
                <a:spcPts val="0"/>
              </a:spcBef>
              <a:buNone/>
              <a:defRPr sz="1400">
                <a:solidFill>
                  <a:schemeClr val="dk1"/>
                </a:solidFill>
                <a:latin typeface="Calibri"/>
                <a:ea typeface="Calibri"/>
                <a:cs typeface="Calibri"/>
                <a:sym typeface="Calibri"/>
              </a:defRPr>
            </a:lvl5pPr>
            <a:lvl6pPr marL="0" marR="0" lvl="5" indent="0" algn="l">
              <a:spcBef>
                <a:spcPts val="0"/>
              </a:spcBef>
              <a:buNone/>
              <a:defRPr sz="1400">
                <a:solidFill>
                  <a:schemeClr val="dk1"/>
                </a:solidFill>
                <a:latin typeface="Calibri"/>
                <a:ea typeface="Calibri"/>
                <a:cs typeface="Calibri"/>
                <a:sym typeface="Calibri"/>
              </a:defRPr>
            </a:lvl6pPr>
            <a:lvl7pPr marL="0" marR="0" lvl="6" indent="0" algn="l">
              <a:spcBef>
                <a:spcPts val="0"/>
              </a:spcBef>
              <a:buNone/>
              <a:defRPr sz="1400">
                <a:solidFill>
                  <a:schemeClr val="dk1"/>
                </a:solidFill>
                <a:latin typeface="Calibri"/>
                <a:ea typeface="Calibri"/>
                <a:cs typeface="Calibri"/>
                <a:sym typeface="Calibri"/>
              </a:defRPr>
            </a:lvl7pPr>
            <a:lvl8pPr marL="0" marR="0" lvl="7" indent="0" algn="l">
              <a:spcBef>
                <a:spcPts val="0"/>
              </a:spcBef>
              <a:buNone/>
              <a:defRPr sz="1400">
                <a:solidFill>
                  <a:schemeClr val="dk1"/>
                </a:solidFill>
                <a:latin typeface="Calibri"/>
                <a:ea typeface="Calibri"/>
                <a:cs typeface="Calibri"/>
                <a:sym typeface="Calibri"/>
              </a:defRPr>
            </a:lvl8pPr>
            <a:lvl9pPr marL="0" marR="0" lvl="8" indent="0" algn="l">
              <a:spcBef>
                <a:spcPts val="0"/>
              </a:spcBef>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1"/>
        <p:cNvGrpSpPr/>
        <p:nvPr/>
      </p:nvGrpSpPr>
      <p:grpSpPr>
        <a:xfrm>
          <a:off x="0" y="0"/>
          <a:ext cx="0" cy="0"/>
          <a:chOff x="0" y="0"/>
          <a:chExt cx="0" cy="0"/>
        </a:xfrm>
      </p:grpSpPr>
      <p:sp>
        <p:nvSpPr>
          <p:cNvPr id="412" name="Google Shape;412;p9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t" anchorCtr="0">
            <a:no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413" name="Google Shape;413;p90"/>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414" name="Google Shape;414;p90"/>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415" name="Google Shape;415;p9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16" name="Google Shape;416;p9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17" name="Google Shape;417;p9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t" anchorCtr="0">
            <a:noAutofit/>
          </a:bodyPr>
          <a:lstStyle>
            <a:lvl1pPr marL="0" marR="0" lvl="0" indent="0" algn="l">
              <a:spcBef>
                <a:spcPts val="0"/>
              </a:spcBef>
              <a:buNone/>
              <a:defRPr sz="1400">
                <a:solidFill>
                  <a:schemeClr val="dk1"/>
                </a:solidFill>
                <a:latin typeface="Calibri"/>
                <a:ea typeface="Calibri"/>
                <a:cs typeface="Calibri"/>
                <a:sym typeface="Calibri"/>
              </a:defRPr>
            </a:lvl1pPr>
            <a:lvl2pPr marL="0" marR="0" lvl="1" indent="0" algn="l">
              <a:spcBef>
                <a:spcPts val="0"/>
              </a:spcBef>
              <a:buNone/>
              <a:defRPr sz="1400">
                <a:solidFill>
                  <a:schemeClr val="dk1"/>
                </a:solidFill>
                <a:latin typeface="Calibri"/>
                <a:ea typeface="Calibri"/>
                <a:cs typeface="Calibri"/>
                <a:sym typeface="Calibri"/>
              </a:defRPr>
            </a:lvl2pPr>
            <a:lvl3pPr marL="0" marR="0" lvl="2" indent="0" algn="l">
              <a:spcBef>
                <a:spcPts val="0"/>
              </a:spcBef>
              <a:buNone/>
              <a:defRPr sz="1400">
                <a:solidFill>
                  <a:schemeClr val="dk1"/>
                </a:solidFill>
                <a:latin typeface="Calibri"/>
                <a:ea typeface="Calibri"/>
                <a:cs typeface="Calibri"/>
                <a:sym typeface="Calibri"/>
              </a:defRPr>
            </a:lvl3pPr>
            <a:lvl4pPr marL="0" marR="0" lvl="3" indent="0" algn="l">
              <a:spcBef>
                <a:spcPts val="0"/>
              </a:spcBef>
              <a:buNone/>
              <a:defRPr sz="1400">
                <a:solidFill>
                  <a:schemeClr val="dk1"/>
                </a:solidFill>
                <a:latin typeface="Calibri"/>
                <a:ea typeface="Calibri"/>
                <a:cs typeface="Calibri"/>
                <a:sym typeface="Calibri"/>
              </a:defRPr>
            </a:lvl4pPr>
            <a:lvl5pPr marL="0" marR="0" lvl="4" indent="0" algn="l">
              <a:spcBef>
                <a:spcPts val="0"/>
              </a:spcBef>
              <a:buNone/>
              <a:defRPr sz="1400">
                <a:solidFill>
                  <a:schemeClr val="dk1"/>
                </a:solidFill>
                <a:latin typeface="Calibri"/>
                <a:ea typeface="Calibri"/>
                <a:cs typeface="Calibri"/>
                <a:sym typeface="Calibri"/>
              </a:defRPr>
            </a:lvl5pPr>
            <a:lvl6pPr marL="0" marR="0" lvl="5" indent="0" algn="l">
              <a:spcBef>
                <a:spcPts val="0"/>
              </a:spcBef>
              <a:buNone/>
              <a:defRPr sz="1400">
                <a:solidFill>
                  <a:schemeClr val="dk1"/>
                </a:solidFill>
                <a:latin typeface="Calibri"/>
                <a:ea typeface="Calibri"/>
                <a:cs typeface="Calibri"/>
                <a:sym typeface="Calibri"/>
              </a:defRPr>
            </a:lvl6pPr>
            <a:lvl7pPr marL="0" marR="0" lvl="6" indent="0" algn="l">
              <a:spcBef>
                <a:spcPts val="0"/>
              </a:spcBef>
              <a:buNone/>
              <a:defRPr sz="1400">
                <a:solidFill>
                  <a:schemeClr val="dk1"/>
                </a:solidFill>
                <a:latin typeface="Calibri"/>
                <a:ea typeface="Calibri"/>
                <a:cs typeface="Calibri"/>
                <a:sym typeface="Calibri"/>
              </a:defRPr>
            </a:lvl7pPr>
            <a:lvl8pPr marL="0" marR="0" lvl="7" indent="0" algn="l">
              <a:spcBef>
                <a:spcPts val="0"/>
              </a:spcBef>
              <a:buNone/>
              <a:defRPr sz="1400">
                <a:solidFill>
                  <a:schemeClr val="dk1"/>
                </a:solidFill>
                <a:latin typeface="Calibri"/>
                <a:ea typeface="Calibri"/>
                <a:cs typeface="Calibri"/>
                <a:sym typeface="Calibri"/>
              </a:defRPr>
            </a:lvl8pPr>
            <a:lvl9pPr marL="0" marR="0" lvl="8" indent="0" algn="l">
              <a:spcBef>
                <a:spcPts val="0"/>
              </a:spcBef>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8"/>
        <p:cNvGrpSpPr/>
        <p:nvPr/>
      </p:nvGrpSpPr>
      <p:grpSpPr>
        <a:xfrm>
          <a:off x="0" y="0"/>
          <a:ext cx="0" cy="0"/>
          <a:chOff x="0" y="0"/>
          <a:chExt cx="0" cy="0"/>
        </a:xfrm>
      </p:grpSpPr>
      <p:sp>
        <p:nvSpPr>
          <p:cNvPr id="419" name="Google Shape;419;p91"/>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t" anchorCtr="0">
            <a:no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420" name="Google Shape;420;p91"/>
          <p:cNvSpPr txBox="1">
            <a:spLocks noGrp="1"/>
          </p:cNvSpPr>
          <p:nvPr>
            <p:ph type="body" idx="1"/>
          </p:nvPr>
        </p:nvSpPr>
        <p:spPr>
          <a:xfrm>
            <a:off x="629841" y="1260872"/>
            <a:ext cx="3868200" cy="618000"/>
          </a:xfrm>
          <a:prstGeom prst="rect">
            <a:avLst/>
          </a:prstGeom>
          <a:noFill/>
          <a:ln>
            <a:noFill/>
          </a:ln>
        </p:spPr>
        <p:txBody>
          <a:bodyPr spcFirstLastPara="1" wrap="square" lIns="68575" tIns="34275" rIns="68575" bIns="34275" anchor="b" anchorCtr="0">
            <a:noAutofit/>
          </a:bodyPr>
          <a:lstStyle>
            <a:lvl1pPr marL="457200" marR="0" lvl="0" indent="-228600" algn="l">
              <a:lnSpc>
                <a:spcPct val="90000"/>
              </a:lnSpc>
              <a:spcBef>
                <a:spcPts val="8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1pPr>
            <a:lvl2pPr marL="914400" marR="0" lvl="1" indent="-228600" algn="l">
              <a:lnSpc>
                <a:spcPct val="90000"/>
              </a:lnSpc>
              <a:spcBef>
                <a:spcPts val="400"/>
              </a:spcBef>
              <a:spcAft>
                <a:spcPts val="0"/>
              </a:spcAft>
              <a:buClr>
                <a:schemeClr val="dk1"/>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400"/>
              <a:buFont typeface="Arial"/>
              <a:buNone/>
              <a:defRPr sz="1400" b="1"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421" name="Google Shape;421;p91"/>
          <p:cNvSpPr txBox="1">
            <a:spLocks noGrp="1"/>
          </p:cNvSpPr>
          <p:nvPr>
            <p:ph type="body" idx="2"/>
          </p:nvPr>
        </p:nvSpPr>
        <p:spPr>
          <a:xfrm>
            <a:off x="629841" y="1878806"/>
            <a:ext cx="3868200" cy="2763300"/>
          </a:xfrm>
          <a:prstGeom prst="rect">
            <a:avLst/>
          </a:prstGeom>
          <a:noFill/>
          <a:ln>
            <a:noFill/>
          </a:ln>
        </p:spPr>
        <p:txBody>
          <a:bodyPr spcFirstLastPara="1" wrap="square" lIns="68575" tIns="34275" rIns="68575" bIns="34275" anchor="t" anchorCtr="0">
            <a:no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422" name="Google Shape;422;p91"/>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Autofit/>
          </a:bodyPr>
          <a:lstStyle>
            <a:lvl1pPr marL="457200" marR="0" lvl="0" indent="-228600" algn="l">
              <a:lnSpc>
                <a:spcPct val="90000"/>
              </a:lnSpc>
              <a:spcBef>
                <a:spcPts val="8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1pPr>
            <a:lvl2pPr marL="914400" marR="0" lvl="1" indent="-228600" algn="l">
              <a:lnSpc>
                <a:spcPct val="90000"/>
              </a:lnSpc>
              <a:spcBef>
                <a:spcPts val="400"/>
              </a:spcBef>
              <a:spcAft>
                <a:spcPts val="0"/>
              </a:spcAft>
              <a:buClr>
                <a:schemeClr val="dk1"/>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400"/>
              <a:buFont typeface="Arial"/>
              <a:buNone/>
              <a:defRPr sz="1400" b="1"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423" name="Google Shape;423;p91"/>
          <p:cNvSpPr txBox="1">
            <a:spLocks noGrp="1"/>
          </p:cNvSpPr>
          <p:nvPr>
            <p:ph type="body" idx="4"/>
          </p:nvPr>
        </p:nvSpPr>
        <p:spPr>
          <a:xfrm>
            <a:off x="4629150" y="1878806"/>
            <a:ext cx="3887400" cy="2763300"/>
          </a:xfrm>
          <a:prstGeom prst="rect">
            <a:avLst/>
          </a:prstGeom>
          <a:noFill/>
          <a:ln>
            <a:noFill/>
          </a:ln>
        </p:spPr>
        <p:txBody>
          <a:bodyPr spcFirstLastPara="1" wrap="square" lIns="68575" tIns="34275" rIns="68575" bIns="34275" anchor="t" anchorCtr="0">
            <a:no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424" name="Google Shape;424;p9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25" name="Google Shape;425;p9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26" name="Google Shape;426;p9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t" anchorCtr="0">
            <a:noAutofit/>
          </a:bodyPr>
          <a:lstStyle>
            <a:lvl1pPr marL="0" marR="0" lvl="0" indent="0" algn="l">
              <a:spcBef>
                <a:spcPts val="0"/>
              </a:spcBef>
              <a:buNone/>
              <a:defRPr sz="1400">
                <a:solidFill>
                  <a:schemeClr val="dk1"/>
                </a:solidFill>
                <a:latin typeface="Calibri"/>
                <a:ea typeface="Calibri"/>
                <a:cs typeface="Calibri"/>
                <a:sym typeface="Calibri"/>
              </a:defRPr>
            </a:lvl1pPr>
            <a:lvl2pPr marL="0" marR="0" lvl="1" indent="0" algn="l">
              <a:spcBef>
                <a:spcPts val="0"/>
              </a:spcBef>
              <a:buNone/>
              <a:defRPr sz="1400">
                <a:solidFill>
                  <a:schemeClr val="dk1"/>
                </a:solidFill>
                <a:latin typeface="Calibri"/>
                <a:ea typeface="Calibri"/>
                <a:cs typeface="Calibri"/>
                <a:sym typeface="Calibri"/>
              </a:defRPr>
            </a:lvl2pPr>
            <a:lvl3pPr marL="0" marR="0" lvl="2" indent="0" algn="l">
              <a:spcBef>
                <a:spcPts val="0"/>
              </a:spcBef>
              <a:buNone/>
              <a:defRPr sz="1400">
                <a:solidFill>
                  <a:schemeClr val="dk1"/>
                </a:solidFill>
                <a:latin typeface="Calibri"/>
                <a:ea typeface="Calibri"/>
                <a:cs typeface="Calibri"/>
                <a:sym typeface="Calibri"/>
              </a:defRPr>
            </a:lvl3pPr>
            <a:lvl4pPr marL="0" marR="0" lvl="3" indent="0" algn="l">
              <a:spcBef>
                <a:spcPts val="0"/>
              </a:spcBef>
              <a:buNone/>
              <a:defRPr sz="1400">
                <a:solidFill>
                  <a:schemeClr val="dk1"/>
                </a:solidFill>
                <a:latin typeface="Calibri"/>
                <a:ea typeface="Calibri"/>
                <a:cs typeface="Calibri"/>
                <a:sym typeface="Calibri"/>
              </a:defRPr>
            </a:lvl4pPr>
            <a:lvl5pPr marL="0" marR="0" lvl="4" indent="0" algn="l">
              <a:spcBef>
                <a:spcPts val="0"/>
              </a:spcBef>
              <a:buNone/>
              <a:defRPr sz="1400">
                <a:solidFill>
                  <a:schemeClr val="dk1"/>
                </a:solidFill>
                <a:latin typeface="Calibri"/>
                <a:ea typeface="Calibri"/>
                <a:cs typeface="Calibri"/>
                <a:sym typeface="Calibri"/>
              </a:defRPr>
            </a:lvl5pPr>
            <a:lvl6pPr marL="0" marR="0" lvl="5" indent="0" algn="l">
              <a:spcBef>
                <a:spcPts val="0"/>
              </a:spcBef>
              <a:buNone/>
              <a:defRPr sz="1400">
                <a:solidFill>
                  <a:schemeClr val="dk1"/>
                </a:solidFill>
                <a:latin typeface="Calibri"/>
                <a:ea typeface="Calibri"/>
                <a:cs typeface="Calibri"/>
                <a:sym typeface="Calibri"/>
              </a:defRPr>
            </a:lvl6pPr>
            <a:lvl7pPr marL="0" marR="0" lvl="6" indent="0" algn="l">
              <a:spcBef>
                <a:spcPts val="0"/>
              </a:spcBef>
              <a:buNone/>
              <a:defRPr sz="1400">
                <a:solidFill>
                  <a:schemeClr val="dk1"/>
                </a:solidFill>
                <a:latin typeface="Calibri"/>
                <a:ea typeface="Calibri"/>
                <a:cs typeface="Calibri"/>
                <a:sym typeface="Calibri"/>
              </a:defRPr>
            </a:lvl7pPr>
            <a:lvl8pPr marL="0" marR="0" lvl="7" indent="0" algn="l">
              <a:spcBef>
                <a:spcPts val="0"/>
              </a:spcBef>
              <a:buNone/>
              <a:defRPr sz="1400">
                <a:solidFill>
                  <a:schemeClr val="dk1"/>
                </a:solidFill>
                <a:latin typeface="Calibri"/>
                <a:ea typeface="Calibri"/>
                <a:cs typeface="Calibri"/>
                <a:sym typeface="Calibri"/>
              </a:defRPr>
            </a:lvl8pPr>
            <a:lvl9pPr marL="0" marR="0" lvl="8" indent="0" algn="l">
              <a:spcBef>
                <a:spcPts val="0"/>
              </a:spcBef>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7"/>
        <p:cNvGrpSpPr/>
        <p:nvPr/>
      </p:nvGrpSpPr>
      <p:grpSpPr>
        <a:xfrm>
          <a:off x="0" y="0"/>
          <a:ext cx="0" cy="0"/>
          <a:chOff x="0" y="0"/>
          <a:chExt cx="0" cy="0"/>
        </a:xfrm>
      </p:grpSpPr>
      <p:sp>
        <p:nvSpPr>
          <p:cNvPr id="428" name="Google Shape;428;p9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t" anchorCtr="0">
            <a:no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429" name="Google Shape;429;p9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30" name="Google Shape;430;p9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31" name="Google Shape;431;p9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t" anchorCtr="0">
            <a:noAutofit/>
          </a:bodyPr>
          <a:lstStyle>
            <a:lvl1pPr marL="0" marR="0" lvl="0" indent="0" algn="l">
              <a:spcBef>
                <a:spcPts val="0"/>
              </a:spcBef>
              <a:buNone/>
              <a:defRPr sz="1400">
                <a:solidFill>
                  <a:schemeClr val="dk1"/>
                </a:solidFill>
                <a:latin typeface="Calibri"/>
                <a:ea typeface="Calibri"/>
                <a:cs typeface="Calibri"/>
                <a:sym typeface="Calibri"/>
              </a:defRPr>
            </a:lvl1pPr>
            <a:lvl2pPr marL="0" marR="0" lvl="1" indent="0" algn="l">
              <a:spcBef>
                <a:spcPts val="0"/>
              </a:spcBef>
              <a:buNone/>
              <a:defRPr sz="1400">
                <a:solidFill>
                  <a:schemeClr val="dk1"/>
                </a:solidFill>
                <a:latin typeface="Calibri"/>
                <a:ea typeface="Calibri"/>
                <a:cs typeface="Calibri"/>
                <a:sym typeface="Calibri"/>
              </a:defRPr>
            </a:lvl2pPr>
            <a:lvl3pPr marL="0" marR="0" lvl="2" indent="0" algn="l">
              <a:spcBef>
                <a:spcPts val="0"/>
              </a:spcBef>
              <a:buNone/>
              <a:defRPr sz="1400">
                <a:solidFill>
                  <a:schemeClr val="dk1"/>
                </a:solidFill>
                <a:latin typeface="Calibri"/>
                <a:ea typeface="Calibri"/>
                <a:cs typeface="Calibri"/>
                <a:sym typeface="Calibri"/>
              </a:defRPr>
            </a:lvl3pPr>
            <a:lvl4pPr marL="0" marR="0" lvl="3" indent="0" algn="l">
              <a:spcBef>
                <a:spcPts val="0"/>
              </a:spcBef>
              <a:buNone/>
              <a:defRPr sz="1400">
                <a:solidFill>
                  <a:schemeClr val="dk1"/>
                </a:solidFill>
                <a:latin typeface="Calibri"/>
                <a:ea typeface="Calibri"/>
                <a:cs typeface="Calibri"/>
                <a:sym typeface="Calibri"/>
              </a:defRPr>
            </a:lvl4pPr>
            <a:lvl5pPr marL="0" marR="0" lvl="4" indent="0" algn="l">
              <a:spcBef>
                <a:spcPts val="0"/>
              </a:spcBef>
              <a:buNone/>
              <a:defRPr sz="1400">
                <a:solidFill>
                  <a:schemeClr val="dk1"/>
                </a:solidFill>
                <a:latin typeface="Calibri"/>
                <a:ea typeface="Calibri"/>
                <a:cs typeface="Calibri"/>
                <a:sym typeface="Calibri"/>
              </a:defRPr>
            </a:lvl5pPr>
            <a:lvl6pPr marL="0" marR="0" lvl="5" indent="0" algn="l">
              <a:spcBef>
                <a:spcPts val="0"/>
              </a:spcBef>
              <a:buNone/>
              <a:defRPr sz="1400">
                <a:solidFill>
                  <a:schemeClr val="dk1"/>
                </a:solidFill>
                <a:latin typeface="Calibri"/>
                <a:ea typeface="Calibri"/>
                <a:cs typeface="Calibri"/>
                <a:sym typeface="Calibri"/>
              </a:defRPr>
            </a:lvl6pPr>
            <a:lvl7pPr marL="0" marR="0" lvl="6" indent="0" algn="l">
              <a:spcBef>
                <a:spcPts val="0"/>
              </a:spcBef>
              <a:buNone/>
              <a:defRPr sz="1400">
                <a:solidFill>
                  <a:schemeClr val="dk1"/>
                </a:solidFill>
                <a:latin typeface="Calibri"/>
                <a:ea typeface="Calibri"/>
                <a:cs typeface="Calibri"/>
                <a:sym typeface="Calibri"/>
              </a:defRPr>
            </a:lvl7pPr>
            <a:lvl8pPr marL="0" marR="0" lvl="7" indent="0" algn="l">
              <a:spcBef>
                <a:spcPts val="0"/>
              </a:spcBef>
              <a:buNone/>
              <a:defRPr sz="1400">
                <a:solidFill>
                  <a:schemeClr val="dk1"/>
                </a:solidFill>
                <a:latin typeface="Calibri"/>
                <a:ea typeface="Calibri"/>
                <a:cs typeface="Calibri"/>
                <a:sym typeface="Calibri"/>
              </a:defRPr>
            </a:lvl8pPr>
            <a:lvl9pPr marL="0" marR="0" lvl="8" indent="0" algn="l">
              <a:spcBef>
                <a:spcPts val="0"/>
              </a:spcBef>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32"/>
        <p:cNvGrpSpPr/>
        <p:nvPr/>
      </p:nvGrpSpPr>
      <p:grpSpPr>
        <a:xfrm>
          <a:off x="0" y="0"/>
          <a:ext cx="0" cy="0"/>
          <a:chOff x="0" y="0"/>
          <a:chExt cx="0" cy="0"/>
        </a:xfrm>
      </p:grpSpPr>
      <p:sp>
        <p:nvSpPr>
          <p:cNvPr id="433" name="Google Shape;433;p9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34" name="Google Shape;434;p9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35" name="Google Shape;435;p9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t" anchorCtr="0">
            <a:noAutofit/>
          </a:bodyPr>
          <a:lstStyle>
            <a:lvl1pPr marL="0" marR="0" lvl="0" indent="0" algn="l">
              <a:spcBef>
                <a:spcPts val="0"/>
              </a:spcBef>
              <a:buNone/>
              <a:defRPr sz="1400">
                <a:solidFill>
                  <a:schemeClr val="dk1"/>
                </a:solidFill>
                <a:latin typeface="Calibri"/>
                <a:ea typeface="Calibri"/>
                <a:cs typeface="Calibri"/>
                <a:sym typeface="Calibri"/>
              </a:defRPr>
            </a:lvl1pPr>
            <a:lvl2pPr marL="0" marR="0" lvl="1" indent="0" algn="l">
              <a:spcBef>
                <a:spcPts val="0"/>
              </a:spcBef>
              <a:buNone/>
              <a:defRPr sz="1400">
                <a:solidFill>
                  <a:schemeClr val="dk1"/>
                </a:solidFill>
                <a:latin typeface="Calibri"/>
                <a:ea typeface="Calibri"/>
                <a:cs typeface="Calibri"/>
                <a:sym typeface="Calibri"/>
              </a:defRPr>
            </a:lvl2pPr>
            <a:lvl3pPr marL="0" marR="0" lvl="2" indent="0" algn="l">
              <a:spcBef>
                <a:spcPts val="0"/>
              </a:spcBef>
              <a:buNone/>
              <a:defRPr sz="1400">
                <a:solidFill>
                  <a:schemeClr val="dk1"/>
                </a:solidFill>
                <a:latin typeface="Calibri"/>
                <a:ea typeface="Calibri"/>
                <a:cs typeface="Calibri"/>
                <a:sym typeface="Calibri"/>
              </a:defRPr>
            </a:lvl3pPr>
            <a:lvl4pPr marL="0" marR="0" lvl="3" indent="0" algn="l">
              <a:spcBef>
                <a:spcPts val="0"/>
              </a:spcBef>
              <a:buNone/>
              <a:defRPr sz="1400">
                <a:solidFill>
                  <a:schemeClr val="dk1"/>
                </a:solidFill>
                <a:latin typeface="Calibri"/>
                <a:ea typeface="Calibri"/>
                <a:cs typeface="Calibri"/>
                <a:sym typeface="Calibri"/>
              </a:defRPr>
            </a:lvl4pPr>
            <a:lvl5pPr marL="0" marR="0" lvl="4" indent="0" algn="l">
              <a:spcBef>
                <a:spcPts val="0"/>
              </a:spcBef>
              <a:buNone/>
              <a:defRPr sz="1400">
                <a:solidFill>
                  <a:schemeClr val="dk1"/>
                </a:solidFill>
                <a:latin typeface="Calibri"/>
                <a:ea typeface="Calibri"/>
                <a:cs typeface="Calibri"/>
                <a:sym typeface="Calibri"/>
              </a:defRPr>
            </a:lvl5pPr>
            <a:lvl6pPr marL="0" marR="0" lvl="5" indent="0" algn="l">
              <a:spcBef>
                <a:spcPts val="0"/>
              </a:spcBef>
              <a:buNone/>
              <a:defRPr sz="1400">
                <a:solidFill>
                  <a:schemeClr val="dk1"/>
                </a:solidFill>
                <a:latin typeface="Calibri"/>
                <a:ea typeface="Calibri"/>
                <a:cs typeface="Calibri"/>
                <a:sym typeface="Calibri"/>
              </a:defRPr>
            </a:lvl6pPr>
            <a:lvl7pPr marL="0" marR="0" lvl="6" indent="0" algn="l">
              <a:spcBef>
                <a:spcPts val="0"/>
              </a:spcBef>
              <a:buNone/>
              <a:defRPr sz="1400">
                <a:solidFill>
                  <a:schemeClr val="dk1"/>
                </a:solidFill>
                <a:latin typeface="Calibri"/>
                <a:ea typeface="Calibri"/>
                <a:cs typeface="Calibri"/>
                <a:sym typeface="Calibri"/>
              </a:defRPr>
            </a:lvl7pPr>
            <a:lvl8pPr marL="0" marR="0" lvl="7" indent="0" algn="l">
              <a:spcBef>
                <a:spcPts val="0"/>
              </a:spcBef>
              <a:buNone/>
              <a:defRPr sz="1400">
                <a:solidFill>
                  <a:schemeClr val="dk1"/>
                </a:solidFill>
                <a:latin typeface="Calibri"/>
                <a:ea typeface="Calibri"/>
                <a:cs typeface="Calibri"/>
                <a:sym typeface="Calibri"/>
              </a:defRPr>
            </a:lvl8pPr>
            <a:lvl9pPr marL="0" marR="0" lvl="8" indent="0" algn="l">
              <a:spcBef>
                <a:spcPts val="0"/>
              </a:spcBef>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36"/>
        <p:cNvGrpSpPr/>
        <p:nvPr/>
      </p:nvGrpSpPr>
      <p:grpSpPr>
        <a:xfrm>
          <a:off x="0" y="0"/>
          <a:ext cx="0" cy="0"/>
          <a:chOff x="0" y="0"/>
          <a:chExt cx="0" cy="0"/>
        </a:xfrm>
      </p:grpSpPr>
      <p:sp>
        <p:nvSpPr>
          <p:cNvPr id="437" name="Google Shape;437;p94"/>
          <p:cNvSpPr txBox="1">
            <a:spLocks noGrp="1"/>
          </p:cNvSpPr>
          <p:nvPr>
            <p:ph type="title"/>
          </p:nvPr>
        </p:nvSpPr>
        <p:spPr>
          <a:xfrm>
            <a:off x="629841" y="342900"/>
            <a:ext cx="2949300" cy="1200000"/>
          </a:xfrm>
          <a:prstGeom prst="rect">
            <a:avLst/>
          </a:prstGeom>
          <a:noFill/>
          <a:ln>
            <a:noFill/>
          </a:ln>
        </p:spPr>
        <p:txBody>
          <a:bodyPr spcFirstLastPara="1" wrap="square" lIns="68575" tIns="34275" rIns="68575" bIns="34275" anchor="b" anchorCtr="0">
            <a:noAutofit/>
          </a:bodyPr>
          <a:lstStyle>
            <a:lvl1pPr marR="0" lvl="0" algn="l">
              <a:lnSpc>
                <a:spcPct val="90000"/>
              </a:lnSpc>
              <a:spcBef>
                <a:spcPts val="0"/>
              </a:spcBef>
              <a:spcAft>
                <a:spcPts val="0"/>
              </a:spcAft>
              <a:buClr>
                <a:schemeClr val="dk1"/>
              </a:buClr>
              <a:buSzPts val="2400"/>
              <a:buFont typeface="Calibri"/>
              <a:buNone/>
              <a:defRPr sz="24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438" name="Google Shape;438;p94"/>
          <p:cNvSpPr txBox="1">
            <a:spLocks noGrp="1"/>
          </p:cNvSpPr>
          <p:nvPr>
            <p:ph type="body" idx="1"/>
          </p:nvPr>
        </p:nvSpPr>
        <p:spPr>
          <a:xfrm>
            <a:off x="3887391" y="740569"/>
            <a:ext cx="4629000" cy="3655200"/>
          </a:xfrm>
          <a:prstGeom prst="rect">
            <a:avLst/>
          </a:prstGeom>
          <a:noFill/>
          <a:ln>
            <a:noFill/>
          </a:ln>
        </p:spPr>
        <p:txBody>
          <a:bodyPr spcFirstLastPara="1" wrap="square" lIns="68575" tIns="34275" rIns="68575" bIns="34275" anchor="t" anchorCtr="0">
            <a:noAutofit/>
          </a:bodyPr>
          <a:lstStyle>
            <a:lvl1pPr marL="457200" marR="0" lvl="0" indent="-381000" algn="l">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a:lnSpc>
                <a:spcPct val="90000"/>
              </a:lnSpc>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439" name="Google Shape;439;p94"/>
          <p:cNvSpPr txBox="1">
            <a:spLocks noGrp="1"/>
          </p:cNvSpPr>
          <p:nvPr>
            <p:ph type="body" idx="2"/>
          </p:nvPr>
        </p:nvSpPr>
        <p:spPr>
          <a:xfrm>
            <a:off x="629841" y="1543050"/>
            <a:ext cx="2949300" cy="2858700"/>
          </a:xfrm>
          <a:prstGeom prst="rect">
            <a:avLst/>
          </a:prstGeom>
          <a:noFill/>
          <a:ln>
            <a:noFill/>
          </a:ln>
        </p:spPr>
        <p:txBody>
          <a:bodyPr spcFirstLastPara="1" wrap="square" lIns="68575" tIns="34275" rIns="68575" bIns="34275" anchor="t" anchorCtr="0">
            <a:noAutofit/>
          </a:bodyPr>
          <a:lstStyle>
            <a:lvl1pPr marL="457200" marR="0" lvl="0" indent="-228600" algn="l">
              <a:lnSpc>
                <a:spcPct val="90000"/>
              </a:lnSpc>
              <a:spcBef>
                <a:spcPts val="8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28600" algn="l">
              <a:lnSpc>
                <a:spcPct val="90000"/>
              </a:lnSpc>
              <a:spcBef>
                <a:spcPts val="400"/>
              </a:spcBef>
              <a:spcAft>
                <a:spcPts val="0"/>
              </a:spcAft>
              <a:buClr>
                <a:schemeClr val="dk1"/>
              </a:buClr>
              <a:buSzPts val="1100"/>
              <a:buFont typeface="Arial"/>
              <a:buNone/>
              <a:defRPr sz="1100" b="0"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9pPr>
          </a:lstStyle>
          <a:p>
            <a:endParaRPr/>
          </a:p>
        </p:txBody>
      </p:sp>
      <p:sp>
        <p:nvSpPr>
          <p:cNvPr id="440" name="Google Shape;440;p9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41" name="Google Shape;441;p9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42" name="Google Shape;442;p9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t" anchorCtr="0">
            <a:noAutofit/>
          </a:bodyPr>
          <a:lstStyle>
            <a:lvl1pPr marL="0" marR="0" lvl="0" indent="0" algn="l">
              <a:spcBef>
                <a:spcPts val="0"/>
              </a:spcBef>
              <a:buNone/>
              <a:defRPr sz="1400">
                <a:solidFill>
                  <a:schemeClr val="dk1"/>
                </a:solidFill>
                <a:latin typeface="Calibri"/>
                <a:ea typeface="Calibri"/>
                <a:cs typeface="Calibri"/>
                <a:sym typeface="Calibri"/>
              </a:defRPr>
            </a:lvl1pPr>
            <a:lvl2pPr marL="0" marR="0" lvl="1" indent="0" algn="l">
              <a:spcBef>
                <a:spcPts val="0"/>
              </a:spcBef>
              <a:buNone/>
              <a:defRPr sz="1400">
                <a:solidFill>
                  <a:schemeClr val="dk1"/>
                </a:solidFill>
                <a:latin typeface="Calibri"/>
                <a:ea typeface="Calibri"/>
                <a:cs typeface="Calibri"/>
                <a:sym typeface="Calibri"/>
              </a:defRPr>
            </a:lvl2pPr>
            <a:lvl3pPr marL="0" marR="0" lvl="2" indent="0" algn="l">
              <a:spcBef>
                <a:spcPts val="0"/>
              </a:spcBef>
              <a:buNone/>
              <a:defRPr sz="1400">
                <a:solidFill>
                  <a:schemeClr val="dk1"/>
                </a:solidFill>
                <a:latin typeface="Calibri"/>
                <a:ea typeface="Calibri"/>
                <a:cs typeface="Calibri"/>
                <a:sym typeface="Calibri"/>
              </a:defRPr>
            </a:lvl3pPr>
            <a:lvl4pPr marL="0" marR="0" lvl="3" indent="0" algn="l">
              <a:spcBef>
                <a:spcPts val="0"/>
              </a:spcBef>
              <a:buNone/>
              <a:defRPr sz="1400">
                <a:solidFill>
                  <a:schemeClr val="dk1"/>
                </a:solidFill>
                <a:latin typeface="Calibri"/>
                <a:ea typeface="Calibri"/>
                <a:cs typeface="Calibri"/>
                <a:sym typeface="Calibri"/>
              </a:defRPr>
            </a:lvl4pPr>
            <a:lvl5pPr marL="0" marR="0" lvl="4" indent="0" algn="l">
              <a:spcBef>
                <a:spcPts val="0"/>
              </a:spcBef>
              <a:buNone/>
              <a:defRPr sz="1400">
                <a:solidFill>
                  <a:schemeClr val="dk1"/>
                </a:solidFill>
                <a:latin typeface="Calibri"/>
                <a:ea typeface="Calibri"/>
                <a:cs typeface="Calibri"/>
                <a:sym typeface="Calibri"/>
              </a:defRPr>
            </a:lvl5pPr>
            <a:lvl6pPr marL="0" marR="0" lvl="5" indent="0" algn="l">
              <a:spcBef>
                <a:spcPts val="0"/>
              </a:spcBef>
              <a:buNone/>
              <a:defRPr sz="1400">
                <a:solidFill>
                  <a:schemeClr val="dk1"/>
                </a:solidFill>
                <a:latin typeface="Calibri"/>
                <a:ea typeface="Calibri"/>
                <a:cs typeface="Calibri"/>
                <a:sym typeface="Calibri"/>
              </a:defRPr>
            </a:lvl6pPr>
            <a:lvl7pPr marL="0" marR="0" lvl="6" indent="0" algn="l">
              <a:spcBef>
                <a:spcPts val="0"/>
              </a:spcBef>
              <a:buNone/>
              <a:defRPr sz="1400">
                <a:solidFill>
                  <a:schemeClr val="dk1"/>
                </a:solidFill>
                <a:latin typeface="Calibri"/>
                <a:ea typeface="Calibri"/>
                <a:cs typeface="Calibri"/>
                <a:sym typeface="Calibri"/>
              </a:defRPr>
            </a:lvl7pPr>
            <a:lvl8pPr marL="0" marR="0" lvl="7" indent="0" algn="l">
              <a:spcBef>
                <a:spcPts val="0"/>
              </a:spcBef>
              <a:buNone/>
              <a:defRPr sz="1400">
                <a:solidFill>
                  <a:schemeClr val="dk1"/>
                </a:solidFill>
                <a:latin typeface="Calibri"/>
                <a:ea typeface="Calibri"/>
                <a:cs typeface="Calibri"/>
                <a:sym typeface="Calibri"/>
              </a:defRPr>
            </a:lvl8pPr>
            <a:lvl9pPr marL="0" marR="0" lvl="8" indent="0" algn="l">
              <a:spcBef>
                <a:spcPts val="0"/>
              </a:spcBef>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43"/>
        <p:cNvGrpSpPr/>
        <p:nvPr/>
      </p:nvGrpSpPr>
      <p:grpSpPr>
        <a:xfrm>
          <a:off x="0" y="0"/>
          <a:ext cx="0" cy="0"/>
          <a:chOff x="0" y="0"/>
          <a:chExt cx="0" cy="0"/>
        </a:xfrm>
      </p:grpSpPr>
      <p:sp>
        <p:nvSpPr>
          <p:cNvPr id="444" name="Google Shape;444;p95"/>
          <p:cNvSpPr txBox="1">
            <a:spLocks noGrp="1"/>
          </p:cNvSpPr>
          <p:nvPr>
            <p:ph type="title"/>
          </p:nvPr>
        </p:nvSpPr>
        <p:spPr>
          <a:xfrm>
            <a:off x="629841" y="342900"/>
            <a:ext cx="2949300" cy="1200000"/>
          </a:xfrm>
          <a:prstGeom prst="rect">
            <a:avLst/>
          </a:prstGeom>
          <a:noFill/>
          <a:ln>
            <a:noFill/>
          </a:ln>
        </p:spPr>
        <p:txBody>
          <a:bodyPr spcFirstLastPara="1" wrap="square" lIns="68575" tIns="34275" rIns="68575" bIns="34275" anchor="b" anchorCtr="0">
            <a:noAutofit/>
          </a:bodyPr>
          <a:lstStyle>
            <a:lvl1pPr marR="0" lvl="0" algn="l">
              <a:lnSpc>
                <a:spcPct val="90000"/>
              </a:lnSpc>
              <a:spcBef>
                <a:spcPts val="0"/>
              </a:spcBef>
              <a:spcAft>
                <a:spcPts val="0"/>
              </a:spcAft>
              <a:buClr>
                <a:schemeClr val="dk1"/>
              </a:buClr>
              <a:buSzPts val="2400"/>
              <a:buFont typeface="Calibri"/>
              <a:buNone/>
              <a:defRPr sz="24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445" name="Google Shape;445;p95"/>
          <p:cNvSpPr>
            <a:spLocks noGrp="1"/>
          </p:cNvSpPr>
          <p:nvPr>
            <p:ph type="pic" idx="2"/>
          </p:nvPr>
        </p:nvSpPr>
        <p:spPr>
          <a:xfrm>
            <a:off x="3887391" y="740569"/>
            <a:ext cx="4629000" cy="3655200"/>
          </a:xfrm>
          <a:prstGeom prst="rect">
            <a:avLst/>
          </a:prstGeom>
          <a:noFill/>
          <a:ln>
            <a:noFill/>
          </a:ln>
        </p:spPr>
        <p:txBody>
          <a:bodyPr spcFirstLastPara="1" wrap="square" lIns="68575" tIns="34275" rIns="68575" bIns="34275" anchor="t" anchorCtr="0">
            <a:noAutofit/>
          </a:bodyPr>
          <a:lstStyle>
            <a:lvl1pPr marR="0" lvl="0" algn="l">
              <a:lnSpc>
                <a:spcPct val="90000"/>
              </a:lnSpc>
              <a:spcBef>
                <a:spcPts val="8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a:lnSpc>
                <a:spcPct val="90000"/>
              </a:lnSpc>
              <a:spcBef>
                <a:spcPts val="400"/>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446" name="Google Shape;446;p95"/>
          <p:cNvSpPr txBox="1">
            <a:spLocks noGrp="1"/>
          </p:cNvSpPr>
          <p:nvPr>
            <p:ph type="body" idx="1"/>
          </p:nvPr>
        </p:nvSpPr>
        <p:spPr>
          <a:xfrm>
            <a:off x="629841" y="1543050"/>
            <a:ext cx="2949300" cy="2858700"/>
          </a:xfrm>
          <a:prstGeom prst="rect">
            <a:avLst/>
          </a:prstGeom>
          <a:noFill/>
          <a:ln>
            <a:noFill/>
          </a:ln>
        </p:spPr>
        <p:txBody>
          <a:bodyPr spcFirstLastPara="1" wrap="square" lIns="68575" tIns="34275" rIns="68575" bIns="34275" anchor="t" anchorCtr="0">
            <a:noAutofit/>
          </a:bodyPr>
          <a:lstStyle>
            <a:lvl1pPr marL="457200" marR="0" lvl="0" indent="-228600" algn="l">
              <a:lnSpc>
                <a:spcPct val="90000"/>
              </a:lnSpc>
              <a:spcBef>
                <a:spcPts val="8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28600" algn="l">
              <a:lnSpc>
                <a:spcPct val="90000"/>
              </a:lnSpc>
              <a:spcBef>
                <a:spcPts val="400"/>
              </a:spcBef>
              <a:spcAft>
                <a:spcPts val="0"/>
              </a:spcAft>
              <a:buClr>
                <a:schemeClr val="dk1"/>
              </a:buClr>
              <a:buSzPts val="1100"/>
              <a:buFont typeface="Arial"/>
              <a:buNone/>
              <a:defRPr sz="1100" b="0"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9pPr>
          </a:lstStyle>
          <a:p>
            <a:endParaRPr/>
          </a:p>
        </p:txBody>
      </p:sp>
      <p:sp>
        <p:nvSpPr>
          <p:cNvPr id="447" name="Google Shape;447;p9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48" name="Google Shape;448;p9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49" name="Google Shape;449;p9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t" anchorCtr="0">
            <a:noAutofit/>
          </a:bodyPr>
          <a:lstStyle>
            <a:lvl1pPr marL="0" marR="0" lvl="0" indent="0" algn="l">
              <a:spcBef>
                <a:spcPts val="0"/>
              </a:spcBef>
              <a:buNone/>
              <a:defRPr sz="1400">
                <a:solidFill>
                  <a:schemeClr val="dk1"/>
                </a:solidFill>
                <a:latin typeface="Calibri"/>
                <a:ea typeface="Calibri"/>
                <a:cs typeface="Calibri"/>
                <a:sym typeface="Calibri"/>
              </a:defRPr>
            </a:lvl1pPr>
            <a:lvl2pPr marL="0" marR="0" lvl="1" indent="0" algn="l">
              <a:spcBef>
                <a:spcPts val="0"/>
              </a:spcBef>
              <a:buNone/>
              <a:defRPr sz="1400">
                <a:solidFill>
                  <a:schemeClr val="dk1"/>
                </a:solidFill>
                <a:latin typeface="Calibri"/>
                <a:ea typeface="Calibri"/>
                <a:cs typeface="Calibri"/>
                <a:sym typeface="Calibri"/>
              </a:defRPr>
            </a:lvl2pPr>
            <a:lvl3pPr marL="0" marR="0" lvl="2" indent="0" algn="l">
              <a:spcBef>
                <a:spcPts val="0"/>
              </a:spcBef>
              <a:buNone/>
              <a:defRPr sz="1400">
                <a:solidFill>
                  <a:schemeClr val="dk1"/>
                </a:solidFill>
                <a:latin typeface="Calibri"/>
                <a:ea typeface="Calibri"/>
                <a:cs typeface="Calibri"/>
                <a:sym typeface="Calibri"/>
              </a:defRPr>
            </a:lvl3pPr>
            <a:lvl4pPr marL="0" marR="0" lvl="3" indent="0" algn="l">
              <a:spcBef>
                <a:spcPts val="0"/>
              </a:spcBef>
              <a:buNone/>
              <a:defRPr sz="1400">
                <a:solidFill>
                  <a:schemeClr val="dk1"/>
                </a:solidFill>
                <a:latin typeface="Calibri"/>
                <a:ea typeface="Calibri"/>
                <a:cs typeface="Calibri"/>
                <a:sym typeface="Calibri"/>
              </a:defRPr>
            </a:lvl4pPr>
            <a:lvl5pPr marL="0" marR="0" lvl="4" indent="0" algn="l">
              <a:spcBef>
                <a:spcPts val="0"/>
              </a:spcBef>
              <a:buNone/>
              <a:defRPr sz="1400">
                <a:solidFill>
                  <a:schemeClr val="dk1"/>
                </a:solidFill>
                <a:latin typeface="Calibri"/>
                <a:ea typeface="Calibri"/>
                <a:cs typeface="Calibri"/>
                <a:sym typeface="Calibri"/>
              </a:defRPr>
            </a:lvl5pPr>
            <a:lvl6pPr marL="0" marR="0" lvl="5" indent="0" algn="l">
              <a:spcBef>
                <a:spcPts val="0"/>
              </a:spcBef>
              <a:buNone/>
              <a:defRPr sz="1400">
                <a:solidFill>
                  <a:schemeClr val="dk1"/>
                </a:solidFill>
                <a:latin typeface="Calibri"/>
                <a:ea typeface="Calibri"/>
                <a:cs typeface="Calibri"/>
                <a:sym typeface="Calibri"/>
              </a:defRPr>
            </a:lvl6pPr>
            <a:lvl7pPr marL="0" marR="0" lvl="6" indent="0" algn="l">
              <a:spcBef>
                <a:spcPts val="0"/>
              </a:spcBef>
              <a:buNone/>
              <a:defRPr sz="1400">
                <a:solidFill>
                  <a:schemeClr val="dk1"/>
                </a:solidFill>
                <a:latin typeface="Calibri"/>
                <a:ea typeface="Calibri"/>
                <a:cs typeface="Calibri"/>
                <a:sym typeface="Calibri"/>
              </a:defRPr>
            </a:lvl7pPr>
            <a:lvl8pPr marL="0" marR="0" lvl="7" indent="0" algn="l">
              <a:spcBef>
                <a:spcPts val="0"/>
              </a:spcBef>
              <a:buNone/>
              <a:defRPr sz="1400">
                <a:solidFill>
                  <a:schemeClr val="dk1"/>
                </a:solidFill>
                <a:latin typeface="Calibri"/>
                <a:ea typeface="Calibri"/>
                <a:cs typeface="Calibri"/>
                <a:sym typeface="Calibri"/>
              </a:defRPr>
            </a:lvl8pPr>
            <a:lvl9pPr marL="0" marR="0" lvl="8" indent="0" algn="l">
              <a:spcBef>
                <a:spcPts val="0"/>
              </a:spcBef>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50"/>
        <p:cNvGrpSpPr/>
        <p:nvPr/>
      </p:nvGrpSpPr>
      <p:grpSpPr>
        <a:xfrm>
          <a:off x="0" y="0"/>
          <a:ext cx="0" cy="0"/>
          <a:chOff x="0" y="0"/>
          <a:chExt cx="0" cy="0"/>
        </a:xfrm>
      </p:grpSpPr>
      <p:sp>
        <p:nvSpPr>
          <p:cNvPr id="451" name="Google Shape;451;p9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t" anchorCtr="0">
            <a:no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452" name="Google Shape;452;p96"/>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453" name="Google Shape;453;p9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54" name="Google Shape;454;p9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55" name="Google Shape;455;p9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t" anchorCtr="0">
            <a:noAutofit/>
          </a:bodyPr>
          <a:lstStyle>
            <a:lvl1pPr marL="0" marR="0" lvl="0" indent="0" algn="l">
              <a:spcBef>
                <a:spcPts val="0"/>
              </a:spcBef>
              <a:buNone/>
              <a:defRPr sz="1400">
                <a:solidFill>
                  <a:schemeClr val="dk1"/>
                </a:solidFill>
                <a:latin typeface="Calibri"/>
                <a:ea typeface="Calibri"/>
                <a:cs typeface="Calibri"/>
                <a:sym typeface="Calibri"/>
              </a:defRPr>
            </a:lvl1pPr>
            <a:lvl2pPr marL="0" marR="0" lvl="1" indent="0" algn="l">
              <a:spcBef>
                <a:spcPts val="0"/>
              </a:spcBef>
              <a:buNone/>
              <a:defRPr sz="1400">
                <a:solidFill>
                  <a:schemeClr val="dk1"/>
                </a:solidFill>
                <a:latin typeface="Calibri"/>
                <a:ea typeface="Calibri"/>
                <a:cs typeface="Calibri"/>
                <a:sym typeface="Calibri"/>
              </a:defRPr>
            </a:lvl2pPr>
            <a:lvl3pPr marL="0" marR="0" lvl="2" indent="0" algn="l">
              <a:spcBef>
                <a:spcPts val="0"/>
              </a:spcBef>
              <a:buNone/>
              <a:defRPr sz="1400">
                <a:solidFill>
                  <a:schemeClr val="dk1"/>
                </a:solidFill>
                <a:latin typeface="Calibri"/>
                <a:ea typeface="Calibri"/>
                <a:cs typeface="Calibri"/>
                <a:sym typeface="Calibri"/>
              </a:defRPr>
            </a:lvl3pPr>
            <a:lvl4pPr marL="0" marR="0" lvl="3" indent="0" algn="l">
              <a:spcBef>
                <a:spcPts val="0"/>
              </a:spcBef>
              <a:buNone/>
              <a:defRPr sz="1400">
                <a:solidFill>
                  <a:schemeClr val="dk1"/>
                </a:solidFill>
                <a:latin typeface="Calibri"/>
                <a:ea typeface="Calibri"/>
                <a:cs typeface="Calibri"/>
                <a:sym typeface="Calibri"/>
              </a:defRPr>
            </a:lvl4pPr>
            <a:lvl5pPr marL="0" marR="0" lvl="4" indent="0" algn="l">
              <a:spcBef>
                <a:spcPts val="0"/>
              </a:spcBef>
              <a:buNone/>
              <a:defRPr sz="1400">
                <a:solidFill>
                  <a:schemeClr val="dk1"/>
                </a:solidFill>
                <a:latin typeface="Calibri"/>
                <a:ea typeface="Calibri"/>
                <a:cs typeface="Calibri"/>
                <a:sym typeface="Calibri"/>
              </a:defRPr>
            </a:lvl5pPr>
            <a:lvl6pPr marL="0" marR="0" lvl="5" indent="0" algn="l">
              <a:spcBef>
                <a:spcPts val="0"/>
              </a:spcBef>
              <a:buNone/>
              <a:defRPr sz="1400">
                <a:solidFill>
                  <a:schemeClr val="dk1"/>
                </a:solidFill>
                <a:latin typeface="Calibri"/>
                <a:ea typeface="Calibri"/>
                <a:cs typeface="Calibri"/>
                <a:sym typeface="Calibri"/>
              </a:defRPr>
            </a:lvl6pPr>
            <a:lvl7pPr marL="0" marR="0" lvl="6" indent="0" algn="l">
              <a:spcBef>
                <a:spcPts val="0"/>
              </a:spcBef>
              <a:buNone/>
              <a:defRPr sz="1400">
                <a:solidFill>
                  <a:schemeClr val="dk1"/>
                </a:solidFill>
                <a:latin typeface="Calibri"/>
                <a:ea typeface="Calibri"/>
                <a:cs typeface="Calibri"/>
                <a:sym typeface="Calibri"/>
              </a:defRPr>
            </a:lvl7pPr>
            <a:lvl8pPr marL="0" marR="0" lvl="7" indent="0" algn="l">
              <a:spcBef>
                <a:spcPts val="0"/>
              </a:spcBef>
              <a:buNone/>
              <a:defRPr sz="1400">
                <a:solidFill>
                  <a:schemeClr val="dk1"/>
                </a:solidFill>
                <a:latin typeface="Calibri"/>
                <a:ea typeface="Calibri"/>
                <a:cs typeface="Calibri"/>
                <a:sym typeface="Calibri"/>
              </a:defRPr>
            </a:lvl8pPr>
            <a:lvl9pPr marL="0" marR="0" lvl="8" indent="0" algn="l">
              <a:spcBef>
                <a:spcPts val="0"/>
              </a:spcBef>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56"/>
        <p:cNvGrpSpPr/>
        <p:nvPr/>
      </p:nvGrpSpPr>
      <p:grpSpPr>
        <a:xfrm>
          <a:off x="0" y="0"/>
          <a:ext cx="0" cy="0"/>
          <a:chOff x="0" y="0"/>
          <a:chExt cx="0" cy="0"/>
        </a:xfrm>
      </p:grpSpPr>
      <p:sp>
        <p:nvSpPr>
          <p:cNvPr id="457" name="Google Shape;457;p97"/>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t" anchorCtr="0">
            <a:no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458" name="Google Shape;458;p97"/>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459" name="Google Shape;459;p9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60" name="Google Shape;460;p9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SzPts val="1100"/>
              <a:buNone/>
              <a:defRPr sz="1400">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461" name="Google Shape;461;p9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t" anchorCtr="0">
            <a:noAutofit/>
          </a:bodyPr>
          <a:lstStyle>
            <a:lvl1pPr marL="0" marR="0" lvl="0" indent="0" algn="l">
              <a:spcBef>
                <a:spcPts val="0"/>
              </a:spcBef>
              <a:buNone/>
              <a:defRPr sz="1400">
                <a:solidFill>
                  <a:schemeClr val="dk1"/>
                </a:solidFill>
                <a:latin typeface="Calibri"/>
                <a:ea typeface="Calibri"/>
                <a:cs typeface="Calibri"/>
                <a:sym typeface="Calibri"/>
              </a:defRPr>
            </a:lvl1pPr>
            <a:lvl2pPr marL="0" marR="0" lvl="1" indent="0" algn="l">
              <a:spcBef>
                <a:spcPts val="0"/>
              </a:spcBef>
              <a:buNone/>
              <a:defRPr sz="1400">
                <a:solidFill>
                  <a:schemeClr val="dk1"/>
                </a:solidFill>
                <a:latin typeface="Calibri"/>
                <a:ea typeface="Calibri"/>
                <a:cs typeface="Calibri"/>
                <a:sym typeface="Calibri"/>
              </a:defRPr>
            </a:lvl2pPr>
            <a:lvl3pPr marL="0" marR="0" lvl="2" indent="0" algn="l">
              <a:spcBef>
                <a:spcPts val="0"/>
              </a:spcBef>
              <a:buNone/>
              <a:defRPr sz="1400">
                <a:solidFill>
                  <a:schemeClr val="dk1"/>
                </a:solidFill>
                <a:latin typeface="Calibri"/>
                <a:ea typeface="Calibri"/>
                <a:cs typeface="Calibri"/>
                <a:sym typeface="Calibri"/>
              </a:defRPr>
            </a:lvl3pPr>
            <a:lvl4pPr marL="0" marR="0" lvl="3" indent="0" algn="l">
              <a:spcBef>
                <a:spcPts val="0"/>
              </a:spcBef>
              <a:buNone/>
              <a:defRPr sz="1400">
                <a:solidFill>
                  <a:schemeClr val="dk1"/>
                </a:solidFill>
                <a:latin typeface="Calibri"/>
                <a:ea typeface="Calibri"/>
                <a:cs typeface="Calibri"/>
                <a:sym typeface="Calibri"/>
              </a:defRPr>
            </a:lvl4pPr>
            <a:lvl5pPr marL="0" marR="0" lvl="4" indent="0" algn="l">
              <a:spcBef>
                <a:spcPts val="0"/>
              </a:spcBef>
              <a:buNone/>
              <a:defRPr sz="1400">
                <a:solidFill>
                  <a:schemeClr val="dk1"/>
                </a:solidFill>
                <a:latin typeface="Calibri"/>
                <a:ea typeface="Calibri"/>
                <a:cs typeface="Calibri"/>
                <a:sym typeface="Calibri"/>
              </a:defRPr>
            </a:lvl5pPr>
            <a:lvl6pPr marL="0" marR="0" lvl="5" indent="0" algn="l">
              <a:spcBef>
                <a:spcPts val="0"/>
              </a:spcBef>
              <a:buNone/>
              <a:defRPr sz="1400">
                <a:solidFill>
                  <a:schemeClr val="dk1"/>
                </a:solidFill>
                <a:latin typeface="Calibri"/>
                <a:ea typeface="Calibri"/>
                <a:cs typeface="Calibri"/>
                <a:sym typeface="Calibri"/>
              </a:defRPr>
            </a:lvl6pPr>
            <a:lvl7pPr marL="0" marR="0" lvl="6" indent="0" algn="l">
              <a:spcBef>
                <a:spcPts val="0"/>
              </a:spcBef>
              <a:buNone/>
              <a:defRPr sz="1400">
                <a:solidFill>
                  <a:schemeClr val="dk1"/>
                </a:solidFill>
                <a:latin typeface="Calibri"/>
                <a:ea typeface="Calibri"/>
                <a:cs typeface="Calibri"/>
                <a:sym typeface="Calibri"/>
              </a:defRPr>
            </a:lvl7pPr>
            <a:lvl8pPr marL="0" marR="0" lvl="7" indent="0" algn="l">
              <a:spcBef>
                <a:spcPts val="0"/>
              </a:spcBef>
              <a:buNone/>
              <a:defRPr sz="1400">
                <a:solidFill>
                  <a:schemeClr val="dk1"/>
                </a:solidFill>
                <a:latin typeface="Calibri"/>
                <a:ea typeface="Calibri"/>
                <a:cs typeface="Calibri"/>
                <a:sym typeface="Calibri"/>
              </a:defRPr>
            </a:lvl8pPr>
            <a:lvl9pPr marL="0" marR="0" lvl="8" indent="0" algn="l">
              <a:spcBef>
                <a:spcPts val="0"/>
              </a:spcBef>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62"/>
        <p:cNvGrpSpPr/>
        <p:nvPr/>
      </p:nvGrpSpPr>
      <p:grpSpPr>
        <a:xfrm>
          <a:off x="0" y="0"/>
          <a:ext cx="0" cy="0"/>
          <a:chOff x="0" y="0"/>
          <a:chExt cx="0" cy="0"/>
        </a:xfrm>
      </p:grpSpPr>
      <p:sp>
        <p:nvSpPr>
          <p:cNvPr id="463" name="Google Shape;463;p98"/>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464" name="Google Shape;464;p98"/>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465" name="Google Shape;465;p98"/>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466" name="Google Shape;466;p98"/>
          <p:cNvSpPr txBox="1">
            <a:spLocks noGrp="1"/>
          </p:cNvSpPr>
          <p:nvPr>
            <p:ph type="ctrTitle"/>
          </p:nvPr>
        </p:nvSpPr>
        <p:spPr>
          <a:xfrm>
            <a:off x="1680302" y="1188925"/>
            <a:ext cx="5783400" cy="14574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SzPts val="4000"/>
              <a:buChar char="●"/>
              <a:defRPr sz="4000"/>
            </a:lvl1pPr>
            <a:lvl2pPr lvl="1" algn="ctr">
              <a:spcBef>
                <a:spcPts val="0"/>
              </a:spcBef>
              <a:spcAft>
                <a:spcPts val="0"/>
              </a:spcAft>
              <a:buSzPts val="4000"/>
              <a:buChar char="○"/>
              <a:defRPr sz="4000"/>
            </a:lvl2pPr>
            <a:lvl3pPr lvl="2" algn="ctr">
              <a:spcBef>
                <a:spcPts val="0"/>
              </a:spcBef>
              <a:spcAft>
                <a:spcPts val="0"/>
              </a:spcAft>
              <a:buSzPts val="4000"/>
              <a:buChar char="■"/>
              <a:defRPr sz="4000"/>
            </a:lvl3pPr>
            <a:lvl4pPr lvl="3" algn="ctr">
              <a:spcBef>
                <a:spcPts val="0"/>
              </a:spcBef>
              <a:spcAft>
                <a:spcPts val="0"/>
              </a:spcAft>
              <a:buSzPts val="4000"/>
              <a:buChar char="●"/>
              <a:defRPr sz="4000"/>
            </a:lvl4pPr>
            <a:lvl5pPr lvl="4" algn="ctr">
              <a:spcBef>
                <a:spcPts val="0"/>
              </a:spcBef>
              <a:spcAft>
                <a:spcPts val="0"/>
              </a:spcAft>
              <a:buSzPts val="4000"/>
              <a:buChar char="○"/>
              <a:defRPr sz="4000"/>
            </a:lvl5pPr>
            <a:lvl6pPr lvl="5" algn="ctr">
              <a:spcBef>
                <a:spcPts val="0"/>
              </a:spcBef>
              <a:spcAft>
                <a:spcPts val="0"/>
              </a:spcAft>
              <a:buSzPts val="4000"/>
              <a:buChar char="■"/>
              <a:defRPr sz="4000"/>
            </a:lvl6pPr>
            <a:lvl7pPr lvl="6" algn="ctr">
              <a:spcBef>
                <a:spcPts val="0"/>
              </a:spcBef>
              <a:spcAft>
                <a:spcPts val="0"/>
              </a:spcAft>
              <a:buSzPts val="4000"/>
              <a:buChar char="●"/>
              <a:defRPr sz="4000"/>
            </a:lvl7pPr>
            <a:lvl8pPr lvl="7" algn="ctr">
              <a:spcBef>
                <a:spcPts val="0"/>
              </a:spcBef>
              <a:spcAft>
                <a:spcPts val="0"/>
              </a:spcAft>
              <a:buSzPts val="4000"/>
              <a:buChar char="○"/>
              <a:defRPr sz="4000"/>
            </a:lvl8pPr>
            <a:lvl9pPr lvl="8" algn="ctr">
              <a:spcBef>
                <a:spcPts val="0"/>
              </a:spcBef>
              <a:spcAft>
                <a:spcPts val="0"/>
              </a:spcAft>
              <a:buSzPts val="4000"/>
              <a:buChar char="■"/>
              <a:defRPr sz="4000"/>
            </a:lvl9pPr>
          </a:lstStyle>
          <a:p>
            <a:endParaRPr/>
          </a:p>
        </p:txBody>
      </p:sp>
      <p:sp>
        <p:nvSpPr>
          <p:cNvPr id="467" name="Google Shape;467;p98"/>
          <p:cNvSpPr txBox="1">
            <a:spLocks noGrp="1"/>
          </p:cNvSpPr>
          <p:nvPr>
            <p:ph type="subTitle" idx="1"/>
          </p:nvPr>
        </p:nvSpPr>
        <p:spPr>
          <a:xfrm>
            <a:off x="1680302" y="3049450"/>
            <a:ext cx="5783400" cy="909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468" name="Google Shape;468;p9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_ONLY" type="titleOnly">
  <p:cSld name="TITLE_ONLY">
    <p:bg>
      <p:bgPr>
        <a:solidFill>
          <a:srgbClr val="FFFFFF"/>
        </a:solidFill>
        <a:effectLst/>
      </p:bgPr>
    </p:bg>
    <p:spTree>
      <p:nvGrpSpPr>
        <p:cNvPr id="1" name="Shape 470"/>
        <p:cNvGrpSpPr/>
        <p:nvPr/>
      </p:nvGrpSpPr>
      <p:grpSpPr>
        <a:xfrm>
          <a:off x="0" y="0"/>
          <a:ext cx="0" cy="0"/>
          <a:chOff x="0" y="0"/>
          <a:chExt cx="0" cy="0"/>
        </a:xfrm>
      </p:grpSpPr>
      <p:sp>
        <p:nvSpPr>
          <p:cNvPr id="471" name="Google Shape;471;p100"/>
          <p:cNvSpPr txBox="1">
            <a:spLocks noGrp="1"/>
          </p:cNvSpPr>
          <p:nvPr>
            <p:ph type="title"/>
          </p:nvPr>
        </p:nvSpPr>
        <p:spPr>
          <a:xfrm>
            <a:off x="342900" y="240030"/>
            <a:ext cx="8435400" cy="445800"/>
          </a:xfrm>
          <a:prstGeom prst="rect">
            <a:avLst/>
          </a:prstGeom>
          <a:noFill/>
          <a:ln>
            <a:noFill/>
          </a:ln>
        </p:spPr>
        <p:txBody>
          <a:bodyPr spcFirstLastPara="1" wrap="square" lIns="68575" tIns="34275" rIns="68575" bIns="34275" anchor="t" anchorCtr="0">
            <a:noAutofit/>
          </a:bodyPr>
          <a:lstStyle>
            <a:lvl1pPr marR="0" lvl="0" algn="l">
              <a:spcBef>
                <a:spcPts val="0"/>
              </a:spcBef>
              <a:spcAft>
                <a:spcPts val="0"/>
              </a:spcAft>
              <a:buClr>
                <a:schemeClr val="dk1"/>
              </a:buClr>
              <a:buSzPts val="2600"/>
              <a:buFont typeface="Arial"/>
              <a:buNone/>
              <a:defRPr sz="2600" b="1"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472" name="Google Shape;472;p100"/>
          <p:cNvSpPr txBox="1"/>
          <p:nvPr/>
        </p:nvSpPr>
        <p:spPr>
          <a:xfrm>
            <a:off x="342900" y="4766310"/>
            <a:ext cx="8435400" cy="20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800"/>
              <a:buFont typeface="Arial"/>
              <a:buNone/>
            </a:pPr>
            <a:r>
              <a:rPr lang="en" sz="800" b="0" i="0" u="none" strike="noStrike" cap="none">
                <a:solidFill>
                  <a:srgbClr val="6B7280"/>
                </a:solidFill>
                <a:latin typeface="Arial"/>
                <a:ea typeface="Arial"/>
                <a:cs typeface="Arial"/>
                <a:sym typeface="Arial"/>
              </a:rPr>
              <a:t>Modified from Ethan Mollick: Co-Existence: The Next Phase of AI, Penguin, 20 Oct 2026</a:t>
            </a:r>
            <a:endParaRPr sz="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47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4.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5" Type="http://schemas.openxmlformats.org/officeDocument/2006/relationships/theme" Target="../theme/theme6.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theme" Target="../theme/theme7.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theme" Target="../theme/theme8.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92.xml"/><Relationship Id="rId1"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6"/>
        <p:cNvGrpSpPr/>
        <p:nvPr/>
      </p:nvGrpSpPr>
      <p:grpSpPr>
        <a:xfrm>
          <a:off x="0" y="0"/>
          <a:ext cx="0" cy="0"/>
          <a:chOff x="0" y="0"/>
          <a:chExt cx="0" cy="0"/>
        </a:xfrm>
      </p:grpSpPr>
      <p:sp>
        <p:nvSpPr>
          <p:cNvPr id="57" name="Google Shape;57;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58" name="Google Shape;58;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59" name="Google Shape;59;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4" r:id="rId1"/>
    <p:sldLayoutId id="2147483675"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6"/>
        <p:cNvGrpSpPr/>
        <p:nvPr/>
      </p:nvGrpSpPr>
      <p:grpSpPr>
        <a:xfrm>
          <a:off x="0" y="0"/>
          <a:ext cx="0" cy="0"/>
          <a:chOff x="0" y="0"/>
          <a:chExt cx="0" cy="0"/>
        </a:xfrm>
      </p:grpSpPr>
      <p:sp>
        <p:nvSpPr>
          <p:cNvPr id="107" name="Google Shape;107;p3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108" name="Google Shape;108;p32"/>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9" name="Google Shape;109;p3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a:spcBef>
                <a:spcPts val="0"/>
              </a:spcBef>
              <a:spcAft>
                <a:spcPts val="0"/>
              </a:spcAft>
              <a:buSzPts val="1100"/>
              <a:buNone/>
              <a:defRPr sz="900">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110" name="Google Shape;110;p3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SzPts val="1100"/>
              <a:buNone/>
              <a:defRPr sz="900">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111" name="Google Shape;111;p3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900">
                <a:solidFill>
                  <a:srgbClr val="888888"/>
                </a:solidFill>
                <a:latin typeface="Calibri"/>
                <a:ea typeface="Calibri"/>
                <a:cs typeface="Calibri"/>
                <a:sym typeface="Calibri"/>
              </a:defRPr>
            </a:lvl1pPr>
            <a:lvl2pPr marL="0" marR="0" lvl="1" indent="0" algn="r">
              <a:spcBef>
                <a:spcPts val="0"/>
              </a:spcBef>
              <a:buNone/>
              <a:defRPr sz="900">
                <a:solidFill>
                  <a:srgbClr val="888888"/>
                </a:solidFill>
                <a:latin typeface="Calibri"/>
                <a:ea typeface="Calibri"/>
                <a:cs typeface="Calibri"/>
                <a:sym typeface="Calibri"/>
              </a:defRPr>
            </a:lvl2pPr>
            <a:lvl3pPr marL="0" marR="0" lvl="2" indent="0" algn="r">
              <a:spcBef>
                <a:spcPts val="0"/>
              </a:spcBef>
              <a:buNone/>
              <a:defRPr sz="900">
                <a:solidFill>
                  <a:srgbClr val="888888"/>
                </a:solidFill>
                <a:latin typeface="Calibri"/>
                <a:ea typeface="Calibri"/>
                <a:cs typeface="Calibri"/>
                <a:sym typeface="Calibri"/>
              </a:defRPr>
            </a:lvl3pPr>
            <a:lvl4pPr marL="0" marR="0" lvl="3" indent="0" algn="r">
              <a:spcBef>
                <a:spcPts val="0"/>
              </a:spcBef>
              <a:buNone/>
              <a:defRPr sz="900">
                <a:solidFill>
                  <a:srgbClr val="888888"/>
                </a:solidFill>
                <a:latin typeface="Calibri"/>
                <a:ea typeface="Calibri"/>
                <a:cs typeface="Calibri"/>
                <a:sym typeface="Calibri"/>
              </a:defRPr>
            </a:lvl4pPr>
            <a:lvl5pPr marL="0" marR="0" lvl="4" indent="0" algn="r">
              <a:spcBef>
                <a:spcPts val="0"/>
              </a:spcBef>
              <a:buNone/>
              <a:defRPr sz="900">
                <a:solidFill>
                  <a:srgbClr val="888888"/>
                </a:solidFill>
                <a:latin typeface="Calibri"/>
                <a:ea typeface="Calibri"/>
                <a:cs typeface="Calibri"/>
                <a:sym typeface="Calibri"/>
              </a:defRPr>
            </a:lvl5pPr>
            <a:lvl6pPr marL="0" marR="0" lvl="5" indent="0" algn="r">
              <a:spcBef>
                <a:spcPts val="0"/>
              </a:spcBef>
              <a:buNone/>
              <a:defRPr sz="900">
                <a:solidFill>
                  <a:srgbClr val="888888"/>
                </a:solidFill>
                <a:latin typeface="Calibri"/>
                <a:ea typeface="Calibri"/>
                <a:cs typeface="Calibri"/>
                <a:sym typeface="Calibri"/>
              </a:defRPr>
            </a:lvl6pPr>
            <a:lvl7pPr marL="0" marR="0" lvl="6" indent="0" algn="r">
              <a:spcBef>
                <a:spcPts val="0"/>
              </a:spcBef>
              <a:buNone/>
              <a:defRPr sz="900">
                <a:solidFill>
                  <a:srgbClr val="888888"/>
                </a:solidFill>
                <a:latin typeface="Calibri"/>
                <a:ea typeface="Calibri"/>
                <a:cs typeface="Calibri"/>
                <a:sym typeface="Calibri"/>
              </a:defRPr>
            </a:lvl7pPr>
            <a:lvl8pPr marL="0" marR="0" lvl="7" indent="0" algn="r">
              <a:spcBef>
                <a:spcPts val="0"/>
              </a:spcBef>
              <a:buNone/>
              <a:defRPr sz="900">
                <a:solidFill>
                  <a:srgbClr val="888888"/>
                </a:solidFill>
                <a:latin typeface="Calibri"/>
                <a:ea typeface="Calibri"/>
                <a:cs typeface="Calibri"/>
                <a:sym typeface="Calibri"/>
              </a:defRPr>
            </a:lvl8pPr>
            <a:lvl9pPr marL="0" marR="0" lvl="8" indent="0" algn="r">
              <a:spcBef>
                <a:spcPts val="0"/>
              </a:spcBef>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81"/>
        <p:cNvGrpSpPr/>
        <p:nvPr/>
      </p:nvGrpSpPr>
      <p:grpSpPr>
        <a:xfrm>
          <a:off x="0" y="0"/>
          <a:ext cx="0" cy="0"/>
          <a:chOff x="0" y="0"/>
          <a:chExt cx="0" cy="0"/>
        </a:xfrm>
      </p:grpSpPr>
      <p:sp>
        <p:nvSpPr>
          <p:cNvPr id="182" name="Google Shape;182;p4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83" name="Google Shape;183;p4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84" name="Google Shape;184;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230"/>
        <p:cNvGrpSpPr/>
        <p:nvPr/>
      </p:nvGrpSpPr>
      <p:grpSpPr>
        <a:xfrm>
          <a:off x="0" y="0"/>
          <a:ext cx="0" cy="0"/>
          <a:chOff x="0" y="0"/>
          <a:chExt cx="0" cy="0"/>
        </a:xfrm>
      </p:grpSpPr>
      <p:sp>
        <p:nvSpPr>
          <p:cNvPr id="231" name="Google Shape;231;p5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232" name="Google Shape;232;p5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233" name="Google Shape;233;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282"/>
        <p:cNvGrpSpPr/>
        <p:nvPr/>
      </p:nvGrpSpPr>
      <p:grpSpPr>
        <a:xfrm>
          <a:off x="0" y="0"/>
          <a:ext cx="0" cy="0"/>
          <a:chOff x="0" y="0"/>
          <a:chExt cx="0" cy="0"/>
        </a:xfrm>
      </p:grpSpPr>
      <p:sp>
        <p:nvSpPr>
          <p:cNvPr id="283" name="Google Shape;283;p7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None/>
              <a:defRPr sz="2800" b="1"/>
            </a:lvl1pPr>
            <a:lvl2pPr lvl="1">
              <a:spcBef>
                <a:spcPts val="0"/>
              </a:spcBef>
              <a:spcAft>
                <a:spcPts val="0"/>
              </a:spcAft>
              <a:buSzPts val="2800"/>
              <a:buNone/>
              <a:defRPr sz="2800" b="1"/>
            </a:lvl2pPr>
            <a:lvl3pPr lvl="2">
              <a:spcBef>
                <a:spcPts val="0"/>
              </a:spcBef>
              <a:spcAft>
                <a:spcPts val="0"/>
              </a:spcAft>
              <a:buSzPts val="2800"/>
              <a:buNone/>
              <a:defRPr sz="2800" b="1"/>
            </a:lvl3pPr>
            <a:lvl4pPr lvl="3">
              <a:spcBef>
                <a:spcPts val="0"/>
              </a:spcBef>
              <a:spcAft>
                <a:spcPts val="0"/>
              </a:spcAft>
              <a:buSzPts val="2800"/>
              <a:buNone/>
              <a:defRPr sz="2800" b="1"/>
            </a:lvl4pPr>
            <a:lvl5pPr lvl="4">
              <a:spcBef>
                <a:spcPts val="0"/>
              </a:spcBef>
              <a:spcAft>
                <a:spcPts val="0"/>
              </a:spcAft>
              <a:buSzPts val="2800"/>
              <a:buNone/>
              <a:defRPr sz="2800" b="1"/>
            </a:lvl5pPr>
            <a:lvl6pPr lvl="5">
              <a:spcBef>
                <a:spcPts val="0"/>
              </a:spcBef>
              <a:spcAft>
                <a:spcPts val="0"/>
              </a:spcAft>
              <a:buSzPts val="2800"/>
              <a:buNone/>
              <a:defRPr sz="2800" b="1"/>
            </a:lvl6pPr>
            <a:lvl7pPr lvl="6">
              <a:spcBef>
                <a:spcPts val="0"/>
              </a:spcBef>
              <a:spcAft>
                <a:spcPts val="0"/>
              </a:spcAft>
              <a:buSzPts val="2800"/>
              <a:buNone/>
              <a:defRPr sz="2800" b="1"/>
            </a:lvl7pPr>
            <a:lvl8pPr lvl="7">
              <a:spcBef>
                <a:spcPts val="0"/>
              </a:spcBef>
              <a:spcAft>
                <a:spcPts val="0"/>
              </a:spcAft>
              <a:buSzPts val="2800"/>
              <a:buNone/>
              <a:defRPr sz="2800" b="1"/>
            </a:lvl8pPr>
            <a:lvl9pPr lvl="8">
              <a:spcBef>
                <a:spcPts val="0"/>
              </a:spcBef>
              <a:spcAft>
                <a:spcPts val="0"/>
              </a:spcAft>
              <a:buSzPts val="2800"/>
              <a:buNone/>
              <a:defRPr sz="2800" b="1"/>
            </a:lvl9pPr>
          </a:lstStyle>
          <a:p>
            <a:endParaRPr/>
          </a:p>
        </p:txBody>
      </p:sp>
      <p:sp>
        <p:nvSpPr>
          <p:cNvPr id="284" name="Google Shape;284;p7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accent1"/>
              </a:buClr>
              <a:buSzPts val="1300"/>
              <a:buChar char="●"/>
              <a:defRPr sz="1300">
                <a:solidFill>
                  <a:schemeClr val="accent1"/>
                </a:solidFill>
              </a:defRPr>
            </a:lvl1pPr>
            <a:lvl2pPr marL="914400" lvl="1" indent="-298450">
              <a:lnSpc>
                <a:spcPct val="115000"/>
              </a:lnSpc>
              <a:spcBef>
                <a:spcPts val="1600"/>
              </a:spcBef>
              <a:spcAft>
                <a:spcPts val="0"/>
              </a:spcAft>
              <a:buClr>
                <a:schemeClr val="accent1"/>
              </a:buClr>
              <a:buSzPts val="1100"/>
              <a:buChar char="○"/>
              <a:defRPr sz="1100">
                <a:solidFill>
                  <a:schemeClr val="accent1"/>
                </a:solidFill>
              </a:defRPr>
            </a:lvl2pPr>
            <a:lvl3pPr marL="1371600" lvl="2" indent="-298450">
              <a:lnSpc>
                <a:spcPct val="115000"/>
              </a:lnSpc>
              <a:spcBef>
                <a:spcPts val="1600"/>
              </a:spcBef>
              <a:spcAft>
                <a:spcPts val="0"/>
              </a:spcAft>
              <a:buClr>
                <a:schemeClr val="accent1"/>
              </a:buClr>
              <a:buSzPts val="1100"/>
              <a:buChar char="■"/>
              <a:defRPr sz="1100">
                <a:solidFill>
                  <a:schemeClr val="accent1"/>
                </a:solidFill>
              </a:defRPr>
            </a:lvl3pPr>
            <a:lvl4pPr marL="1828800" lvl="3" indent="-298450">
              <a:lnSpc>
                <a:spcPct val="115000"/>
              </a:lnSpc>
              <a:spcBef>
                <a:spcPts val="1600"/>
              </a:spcBef>
              <a:spcAft>
                <a:spcPts val="0"/>
              </a:spcAft>
              <a:buClr>
                <a:schemeClr val="accent1"/>
              </a:buClr>
              <a:buSzPts val="1100"/>
              <a:buChar char="●"/>
              <a:defRPr sz="1100">
                <a:solidFill>
                  <a:schemeClr val="accent1"/>
                </a:solidFill>
              </a:defRPr>
            </a:lvl4pPr>
            <a:lvl5pPr marL="2286000" lvl="4" indent="-298450">
              <a:lnSpc>
                <a:spcPct val="115000"/>
              </a:lnSpc>
              <a:spcBef>
                <a:spcPts val="1600"/>
              </a:spcBef>
              <a:spcAft>
                <a:spcPts val="0"/>
              </a:spcAft>
              <a:buClr>
                <a:schemeClr val="accent1"/>
              </a:buClr>
              <a:buSzPts val="1100"/>
              <a:buChar char="○"/>
              <a:defRPr sz="1100">
                <a:solidFill>
                  <a:schemeClr val="accent1"/>
                </a:solidFill>
              </a:defRPr>
            </a:lvl5pPr>
            <a:lvl6pPr marL="2743200" lvl="5" indent="-298450">
              <a:lnSpc>
                <a:spcPct val="115000"/>
              </a:lnSpc>
              <a:spcBef>
                <a:spcPts val="1600"/>
              </a:spcBef>
              <a:spcAft>
                <a:spcPts val="0"/>
              </a:spcAft>
              <a:buClr>
                <a:schemeClr val="accent1"/>
              </a:buClr>
              <a:buSzPts val="1100"/>
              <a:buChar char="■"/>
              <a:defRPr sz="1100">
                <a:solidFill>
                  <a:schemeClr val="accent1"/>
                </a:solidFill>
              </a:defRPr>
            </a:lvl6pPr>
            <a:lvl7pPr marL="3200400" lvl="6" indent="-298450">
              <a:lnSpc>
                <a:spcPct val="115000"/>
              </a:lnSpc>
              <a:spcBef>
                <a:spcPts val="1600"/>
              </a:spcBef>
              <a:spcAft>
                <a:spcPts val="0"/>
              </a:spcAft>
              <a:buClr>
                <a:schemeClr val="accent1"/>
              </a:buClr>
              <a:buSzPts val="1100"/>
              <a:buChar char="●"/>
              <a:defRPr sz="1100">
                <a:solidFill>
                  <a:schemeClr val="accent1"/>
                </a:solidFill>
              </a:defRPr>
            </a:lvl7pPr>
            <a:lvl8pPr marL="3657600" lvl="7" indent="-298450">
              <a:lnSpc>
                <a:spcPct val="115000"/>
              </a:lnSpc>
              <a:spcBef>
                <a:spcPts val="1600"/>
              </a:spcBef>
              <a:spcAft>
                <a:spcPts val="0"/>
              </a:spcAft>
              <a:buClr>
                <a:schemeClr val="accent1"/>
              </a:buClr>
              <a:buSzPts val="1100"/>
              <a:buChar char="○"/>
              <a:defRPr sz="1100">
                <a:solidFill>
                  <a:schemeClr val="accent1"/>
                </a:solidFill>
              </a:defRPr>
            </a:lvl8pPr>
            <a:lvl9pPr marL="4114800" lvl="8" indent="-298450">
              <a:lnSpc>
                <a:spcPct val="115000"/>
              </a:lnSpc>
              <a:spcBef>
                <a:spcPts val="1600"/>
              </a:spcBef>
              <a:spcAft>
                <a:spcPts val="1600"/>
              </a:spcAft>
              <a:buClr>
                <a:schemeClr val="accent1"/>
              </a:buClr>
              <a:buSzPts val="1100"/>
              <a:buChar char="■"/>
              <a:defRPr sz="1100">
                <a:solidFill>
                  <a:schemeClr val="accent1"/>
                </a:solidFill>
              </a:defRPr>
            </a:lvl9pPr>
          </a:lstStyle>
          <a:p>
            <a:endParaRPr/>
          </a:p>
        </p:txBody>
      </p:sp>
      <p:sp>
        <p:nvSpPr>
          <p:cNvPr id="285" name="Google Shape;285;p7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1"/>
                </a:solidFill>
              </a:defRPr>
            </a:lvl1pPr>
            <a:lvl2pPr lvl="1" algn="r">
              <a:buNone/>
              <a:defRPr sz="1000">
                <a:solidFill>
                  <a:schemeClr val="accent1"/>
                </a:solidFill>
              </a:defRPr>
            </a:lvl2pPr>
            <a:lvl3pPr lvl="2" algn="r">
              <a:buNone/>
              <a:defRPr sz="1000">
                <a:solidFill>
                  <a:schemeClr val="accent1"/>
                </a:solidFill>
              </a:defRPr>
            </a:lvl3pPr>
            <a:lvl4pPr lvl="3" algn="r">
              <a:buNone/>
              <a:defRPr sz="1000">
                <a:solidFill>
                  <a:schemeClr val="accent1"/>
                </a:solidFill>
              </a:defRPr>
            </a:lvl4pPr>
            <a:lvl5pPr lvl="4" algn="r">
              <a:buNone/>
              <a:defRPr sz="1000">
                <a:solidFill>
                  <a:schemeClr val="accent1"/>
                </a:solidFill>
              </a:defRPr>
            </a:lvl5pPr>
            <a:lvl6pPr lvl="5" algn="r">
              <a:buNone/>
              <a:defRPr sz="1000">
                <a:solidFill>
                  <a:schemeClr val="accent1"/>
                </a:solidFill>
              </a:defRPr>
            </a:lvl6pPr>
            <a:lvl7pPr lvl="6" algn="r">
              <a:buNone/>
              <a:defRPr sz="1000">
                <a:solidFill>
                  <a:schemeClr val="accent1"/>
                </a:solidFill>
              </a:defRPr>
            </a:lvl7pPr>
            <a:lvl8pPr lvl="7" algn="r">
              <a:buNone/>
              <a:defRPr sz="1000">
                <a:solidFill>
                  <a:schemeClr val="accent1"/>
                </a:solidFill>
              </a:defRPr>
            </a:lvl8pPr>
            <a:lvl9pPr lvl="8" algn="r">
              <a:buNone/>
              <a:defRPr sz="1000">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2"/>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46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38" r:id="rId1"/>
    <p:sldLayoutId id="214748373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7.xml"/><Relationship Id="rId6" Type="http://schemas.openxmlformats.org/officeDocument/2006/relationships/hyperlink" Target="https://pubmed.ncbi.nlm.nih.gov/21647212" TargetMode="External"/><Relationship Id="rId5" Type="http://schemas.openxmlformats.org/officeDocument/2006/relationships/hyperlink" Target="https://doi.org/10.3389/fnana.2011.00029" TargetMode="Externa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jpg"/><Relationship Id="rId7" Type="http://schemas.openxmlformats.org/officeDocument/2006/relationships/image" Target="../media/image12.jpg"/><Relationship Id="rId12" Type="http://schemas.openxmlformats.org/officeDocument/2006/relationships/image" Target="../media/image17.png"/><Relationship Id="rId2" Type="http://schemas.openxmlformats.org/officeDocument/2006/relationships/notesSlide" Target="../notesSlides/notesSlide4.xml"/><Relationship Id="rId16" Type="http://schemas.openxmlformats.org/officeDocument/2006/relationships/image" Target="../media/image21.png"/><Relationship Id="rId1" Type="http://schemas.openxmlformats.org/officeDocument/2006/relationships/slideLayout" Target="../slideLayouts/slideLayout7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jp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hyperlink" Target="https://aima.cs.berkeley.edu"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co-existence.ai" TargetMode="External"/><Relationship Id="rId13"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5.png"/><Relationship Id="rId12" Type="http://schemas.openxmlformats.org/officeDocument/2006/relationships/hyperlink" Target="https://www.whitehouse.gov/presidential-actions/2026/09/inaugurating-the-era-of-super-intelligence" TargetMode="External"/><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hyperlink" Target="https://youtu.be/3IPQ-qfDg_I" TargetMode="External"/><Relationship Id="rId11" Type="http://schemas.openxmlformats.org/officeDocument/2006/relationships/image" Target="../media/image27.png"/><Relationship Id="rId5" Type="http://schemas.openxmlformats.org/officeDocument/2006/relationships/image" Target="../media/image24.png"/><Relationship Id="rId10" Type="http://schemas.openxmlformats.org/officeDocument/2006/relationships/hyperlink" Target="https://x.ai" TargetMode="External"/><Relationship Id="rId4" Type="http://schemas.openxmlformats.org/officeDocument/2006/relationships/hyperlink" Target="https://aima.cs.berkeley.edu" TargetMode="External"/><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9.png"/><Relationship Id="rId7" Type="http://schemas.openxmlformats.org/officeDocument/2006/relationships/hyperlink" Target="https://www.nature.com/articles/s41562-026-02590-6" TargetMode="Externa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32.png"/><Relationship Id="rId11" Type="http://schemas.openxmlformats.org/officeDocument/2006/relationships/hyperlink" Target="https://github.com/kreimanlab/TuringTest" TargetMode="External"/><Relationship Id="rId5" Type="http://schemas.openxmlformats.org/officeDocument/2006/relationships/image" Target="../media/image31.png"/><Relationship Id="rId10" Type="http://schemas.openxmlformats.org/officeDocument/2006/relationships/hyperlink" Target="https://kreimanlab.com/code/testing-turing-tests" TargetMode="External"/><Relationship Id="rId4" Type="http://schemas.openxmlformats.org/officeDocument/2006/relationships/image" Target="../media/image30.png"/><Relationship Id="rId9" Type="http://schemas.openxmlformats.org/officeDocument/2006/relationships/image" Target="../media/image34.png"/></Relationships>
</file>

<file path=ppt/slides/_rels/slide8.xml.rels><?xml version="1.0" encoding="UTF-8" standalone="yes"?>
<Relationships xmlns="http://schemas.openxmlformats.org/package/2006/relationships"><Relationship Id="rId3" Type="http://schemas.openxmlformats.org/officeDocument/2006/relationships/hyperlink" Target="https://www.nature.com/nathumbehav" TargetMode="External"/><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37.png"/><Relationship Id="rId5" Type="http://schemas.openxmlformats.org/officeDocument/2006/relationships/hyperlink" Target="https://www.nature.com/nathumbehav" TargetMode="External"/><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79.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hyperlink" Target="https://www.nature.com/articles/s41591-018-0300-7"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79.xml"/><Relationship Id="rId5" Type="http://schemas.openxmlformats.org/officeDocument/2006/relationships/hyperlink" Target="https://en.wikipedia.org/wiki/David_Marr_(scientist)" TargetMode="External"/><Relationship Id="rId4" Type="http://schemas.openxmlformats.org/officeDocument/2006/relationships/image" Target="../media/image43.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hyperlink" Target="https://co-existence.ai" TargetMode="External"/><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1.xml"/></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3" Type="http://schemas.openxmlformats.org/officeDocument/2006/relationships/hyperlink" Target="https://www.penguin.co.uk/books/477828/co-existence-by-mollick-ethan/9780753562376"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49.png"/><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image" Target="../media/image48.png"/><Relationship Id="rId5" Type="http://schemas.openxmlformats.org/officeDocument/2006/relationships/hyperlink" Target="https://github.com/arvidl/high-precision-glioma-segmentation" TargetMode="External"/><Relationship Id="rId4" Type="http://schemas.openxmlformats.org/officeDocument/2006/relationships/hyperlink" Target="https://doi.org/10.1080/03091902.2026.2713703"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aimspress.com/article/10.3934/mbe.2020207" TargetMode="External"/><Relationship Id="rId7"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hyperlink" Target="https://en.wikipedia.org/wiki/KPP%E2%80%93Fisher_equation" TargetMode="External"/><Relationship Id="rId5" Type="http://schemas.openxmlformats.org/officeDocument/2006/relationships/hyperlink" Target="https://www.aimspress.com/mbe/article/archives" TargetMode="External"/><Relationship Id="rId4" Type="http://schemas.openxmlformats.org/officeDocument/2006/relationships/hyperlink" Target="https://www.aimspress.com/journal/mbe"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0.png"/><Relationship Id="rId3" Type="http://schemas.openxmlformats.org/officeDocument/2006/relationships/image" Target="../media/image51.png"/><Relationship Id="rId7" Type="http://schemas.openxmlformats.org/officeDocument/2006/relationships/image" Target="../media/image55.png"/><Relationship Id="rId12" Type="http://schemas.openxmlformats.org/officeDocument/2006/relationships/hyperlink" Target="https://github.com/arvidl/brainweb_fisher_kpp" TargetMode="External"/><Relationship Id="rId2" Type="http://schemas.openxmlformats.org/officeDocument/2006/relationships/notesSlide" Target="../notesSlides/notesSlide18.xml"/><Relationship Id="rId1" Type="http://schemas.openxmlformats.org/officeDocument/2006/relationships/slideLayout" Target="../slideLayouts/slideLayout27.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gif"/></Relationships>
</file>

<file path=ppt/slides/_rels/slide19.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7.gif"/><Relationship Id="rId7" Type="http://schemas.openxmlformats.org/officeDocument/2006/relationships/image" Target="../media/image63.png"/><Relationship Id="rId2" Type="http://schemas.openxmlformats.org/officeDocument/2006/relationships/notesSlide" Target="../notesSlides/notesSlide19.xml"/><Relationship Id="rId1" Type="http://schemas.openxmlformats.org/officeDocument/2006/relationships/slideLayout" Target="../slideLayouts/slideLayout53.xml"/><Relationship Id="rId6" Type="http://schemas.openxmlformats.org/officeDocument/2006/relationships/hyperlink" Target="https://www.frontiersin.org/journals/oncology/articles/10.3389/fonc.2021.703764/full" TargetMode="External"/><Relationship Id="rId5" Type="http://schemas.openxmlformats.org/officeDocument/2006/relationships/image" Target="../media/image62.png"/><Relationship Id="rId4" Type="http://schemas.openxmlformats.org/officeDocument/2006/relationships/image" Target="../media/image61.png"/></Relationships>
</file>

<file path=ppt/slides/_rels/slide20.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5.png"/><Relationship Id="rId7" Type="http://schemas.openxmlformats.org/officeDocument/2006/relationships/image" Target="../media/image68.png"/><Relationship Id="rId2" Type="http://schemas.openxmlformats.org/officeDocument/2006/relationships/notesSlide" Target="../notesSlides/notesSlide20.xml"/><Relationship Id="rId1" Type="http://schemas.openxmlformats.org/officeDocument/2006/relationships/slideLayout" Target="../slideLayouts/slideLayout53.xml"/><Relationship Id="rId6" Type="http://schemas.openxmlformats.org/officeDocument/2006/relationships/hyperlink" Target="https://github.com/arvidl/brainweb_fisher_kpp" TargetMode="External"/><Relationship Id="rId5" Type="http://schemas.openxmlformats.org/officeDocument/2006/relationships/image" Target="../media/image67.png"/><Relationship Id="rId10" Type="http://schemas.openxmlformats.org/officeDocument/2006/relationships/image" Target="../media/image71.png"/><Relationship Id="rId4" Type="http://schemas.openxmlformats.org/officeDocument/2006/relationships/image" Target="../media/image66.gif"/><Relationship Id="rId9" Type="http://schemas.openxmlformats.org/officeDocument/2006/relationships/image" Target="../media/image70.png"/></Relationships>
</file>

<file path=ppt/slides/_rels/slide21.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2.png"/><Relationship Id="rId7" Type="http://schemas.openxmlformats.org/officeDocument/2006/relationships/image" Target="../media/image74.png"/><Relationship Id="rId2" Type="http://schemas.openxmlformats.org/officeDocument/2006/relationships/notesSlide" Target="../notesSlides/notesSlide21.xml"/><Relationship Id="rId1" Type="http://schemas.openxmlformats.org/officeDocument/2006/relationships/slideLayout" Target="../slideLayouts/slideLayout53.xml"/><Relationship Id="rId6" Type="http://schemas.openxmlformats.org/officeDocument/2006/relationships/hyperlink" Target="https://www.nature.com/nrmp" TargetMode="External"/><Relationship Id="rId5" Type="http://schemas.openxmlformats.org/officeDocument/2006/relationships/image" Target="../media/image73.png"/><Relationship Id="rId4" Type="http://schemas.openxmlformats.org/officeDocument/2006/relationships/hyperlink" Target="https://www.nature.com/articles/s43586-026-00542-y"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arvidl/AI-assisted-glioma-research" TargetMode="External"/><Relationship Id="rId2" Type="http://schemas.openxmlformats.org/officeDocument/2006/relationships/notesSlide" Target="../notesSlides/notesSlide22.xml"/><Relationship Id="rId1" Type="http://schemas.openxmlformats.org/officeDocument/2006/relationships/slideLayout" Target="../slideLayouts/slideLayout30.xml"/><Relationship Id="rId5" Type="http://schemas.openxmlformats.org/officeDocument/2006/relationships/image" Target="../media/image76.png"/><Relationship Id="rId4" Type="http://schemas.openxmlformats.org/officeDocument/2006/relationships/hyperlink" Target="https://colab.research.google.com/github/arvidl/AI-assisted-glioma-research/blob/main/notebooks/13_research_workflow_examples.ipynb"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3.xml"/><Relationship Id="rId1" Type="http://schemas.openxmlformats.org/officeDocument/2006/relationships/slideLayout" Target="../slideLayouts/slideLayout30.xml"/><Relationship Id="rId6" Type="http://schemas.openxmlformats.org/officeDocument/2006/relationships/hyperlink" Target="https://www.molekyl.io/p/m030-something-has-changed" TargetMode="External"/><Relationship Id="rId5" Type="http://schemas.openxmlformats.org/officeDocument/2006/relationships/image" Target="../media/image78.png"/><Relationship Id="rId4" Type="http://schemas.openxmlformats.org/officeDocument/2006/relationships/hyperlink" Target="https://vimeo.com/1234541249?share=copy&amp;fl=sv&amp;fe=ci" TargetMode="Externa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79.png"/><Relationship Id="rId5" Type="http://schemas.openxmlformats.org/officeDocument/2006/relationships/hyperlink" Target="https://www.molekyl.io/" TargetMode="Externa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25.xml"/><Relationship Id="rId1" Type="http://schemas.openxmlformats.org/officeDocument/2006/relationships/slideLayout" Target="../slideLayouts/slideLayout42.xml"/><Relationship Id="rId5" Type="http://schemas.openxmlformats.org/officeDocument/2006/relationships/image" Target="../media/image5.png"/><Relationship Id="rId4"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pic>
        <p:nvPicPr>
          <p:cNvPr id="478" name="Google Shape;478;p102"/>
          <p:cNvPicPr preferRelativeResize="0"/>
          <p:nvPr/>
        </p:nvPicPr>
        <p:blipFill>
          <a:blip r:embed="rId3">
            <a:alphaModFix/>
          </a:blip>
          <a:stretch>
            <a:fillRect/>
          </a:stretch>
        </p:blipFill>
        <p:spPr>
          <a:xfrm>
            <a:off x="7729650" y="79925"/>
            <a:ext cx="1334424" cy="907650"/>
          </a:xfrm>
          <a:prstGeom prst="rect">
            <a:avLst/>
          </a:prstGeom>
          <a:noFill/>
          <a:ln>
            <a:noFill/>
          </a:ln>
        </p:spPr>
      </p:pic>
      <p:pic>
        <p:nvPicPr>
          <p:cNvPr id="479" name="Google Shape;479;p102"/>
          <p:cNvPicPr preferRelativeResize="0"/>
          <p:nvPr/>
        </p:nvPicPr>
        <p:blipFill>
          <a:blip r:embed="rId4">
            <a:alphaModFix/>
          </a:blip>
          <a:stretch>
            <a:fillRect/>
          </a:stretch>
        </p:blipFill>
        <p:spPr>
          <a:xfrm>
            <a:off x="5955072" y="86795"/>
            <a:ext cx="1652251" cy="786400"/>
          </a:xfrm>
          <a:prstGeom prst="rect">
            <a:avLst/>
          </a:prstGeom>
          <a:noFill/>
          <a:ln>
            <a:noFill/>
          </a:ln>
        </p:spPr>
      </p:pic>
      <p:sp>
        <p:nvSpPr>
          <p:cNvPr id="480" name="Google Shape;480;p102"/>
          <p:cNvSpPr txBox="1"/>
          <p:nvPr/>
        </p:nvSpPr>
        <p:spPr>
          <a:xfrm>
            <a:off x="578040" y="1676425"/>
            <a:ext cx="77358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rPr>
              <a:t>From Brains to Models: What AI Reveals About Being Human</a:t>
            </a:r>
            <a:endParaRPr sz="1600" b="1"/>
          </a:p>
        </p:txBody>
      </p:sp>
      <p:sp>
        <p:nvSpPr>
          <p:cNvPr id="481" name="Google Shape;481;p102"/>
          <p:cNvSpPr txBox="1"/>
          <p:nvPr/>
        </p:nvSpPr>
        <p:spPr>
          <a:xfrm>
            <a:off x="254550" y="2548532"/>
            <a:ext cx="8634900" cy="1185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600"/>
              <a:buFont typeface="Arial"/>
              <a:buNone/>
            </a:pPr>
            <a:r>
              <a:rPr lang="en" sz="1600" b="1" i="0" u="none" strike="noStrike" cap="none">
                <a:solidFill>
                  <a:srgbClr val="003E60"/>
                </a:solidFill>
                <a:latin typeface="Arial"/>
                <a:ea typeface="Arial"/>
                <a:cs typeface="Arial"/>
                <a:sym typeface="Arial"/>
              </a:rPr>
              <a:t>Arvid Lundervold </a:t>
            </a:r>
            <a:r>
              <a:rPr lang="en" sz="1600" b="0" i="0" u="none" strike="noStrike" cap="none">
                <a:solidFill>
                  <a:srgbClr val="141413"/>
                </a:solidFill>
                <a:latin typeface="Arial"/>
                <a:ea typeface="Arial"/>
                <a:cs typeface="Arial"/>
                <a:sym typeface="Arial"/>
              </a:rPr>
              <a:t> </a:t>
            </a:r>
            <a:r>
              <a:rPr lang="en" sz="1400" b="0" i="0" u="none" strike="noStrike" cap="none">
                <a:solidFill>
                  <a:srgbClr val="141413"/>
                </a:solidFill>
                <a:latin typeface="Arial"/>
                <a:ea typeface="Arial"/>
                <a:cs typeface="Arial"/>
                <a:sym typeface="Arial"/>
              </a:rPr>
              <a:t>BSc, MD, PhD</a:t>
            </a:r>
            <a:endParaRPr sz="1400" b="0" i="0" u="none" strike="noStrike" cap="none">
              <a:solidFill>
                <a:srgbClr val="141413"/>
              </a:solidFill>
              <a:latin typeface="Arial"/>
              <a:ea typeface="Arial"/>
              <a:cs typeface="Arial"/>
              <a:sym typeface="Arial"/>
            </a:endParaRPr>
          </a:p>
          <a:p>
            <a:pPr marL="0" marR="0" lvl="0" indent="0" algn="ctr" rtl="0">
              <a:lnSpc>
                <a:spcPct val="150000"/>
              </a:lnSpc>
              <a:spcBef>
                <a:spcPts val="0"/>
              </a:spcBef>
              <a:spcAft>
                <a:spcPts val="0"/>
              </a:spcAft>
              <a:buClr>
                <a:srgbClr val="000000"/>
              </a:buClr>
              <a:buSzPts val="1500"/>
              <a:buFont typeface="Arial"/>
              <a:buNone/>
            </a:pPr>
            <a:r>
              <a:rPr lang="en" sz="1500" b="0" i="0" u="none" strike="noStrike" cap="none">
                <a:solidFill>
                  <a:srgbClr val="141413"/>
                </a:solidFill>
                <a:latin typeface="Arial"/>
                <a:ea typeface="Arial"/>
                <a:cs typeface="Arial"/>
                <a:sym typeface="Arial"/>
              </a:rPr>
              <a:t>Professor em. medical information technology and physiology</a:t>
            </a:r>
            <a:endParaRPr sz="1500" b="0" i="0" u="none" strike="noStrike" cap="none">
              <a:solidFill>
                <a:srgbClr val="141413"/>
              </a:solidFill>
              <a:latin typeface="Arial"/>
              <a:ea typeface="Arial"/>
              <a:cs typeface="Arial"/>
              <a:sym typeface="Arial"/>
            </a:endParaRPr>
          </a:p>
          <a:p>
            <a:pPr marL="0" marR="0" lvl="0" indent="0" algn="ctr" rtl="0">
              <a:lnSpc>
                <a:spcPct val="150000"/>
              </a:lnSpc>
              <a:spcBef>
                <a:spcPts val="0"/>
              </a:spcBef>
              <a:spcAft>
                <a:spcPts val="0"/>
              </a:spcAft>
              <a:buClr>
                <a:srgbClr val="000000"/>
              </a:buClr>
              <a:buSzPts val="300"/>
              <a:buFont typeface="Arial"/>
              <a:buNone/>
            </a:pPr>
            <a:endParaRPr sz="300" b="0" i="0" u="none" strike="noStrike" cap="none">
              <a:solidFill>
                <a:srgbClr val="141413"/>
              </a:solidFill>
              <a:latin typeface="Arial"/>
              <a:ea typeface="Arial"/>
              <a:cs typeface="Arial"/>
              <a:sym typeface="Arial"/>
            </a:endParaRPr>
          </a:p>
          <a:p>
            <a:pPr marL="0" marR="0" lvl="0" indent="0" algn="ctr" rtl="0">
              <a:lnSpc>
                <a:spcPct val="150000"/>
              </a:lnSpc>
              <a:spcBef>
                <a:spcPts val="0"/>
              </a:spcBef>
              <a:spcAft>
                <a:spcPts val="0"/>
              </a:spcAft>
              <a:buClr>
                <a:srgbClr val="000000"/>
              </a:buClr>
              <a:buSzPts val="1400"/>
              <a:buFont typeface="Arial"/>
              <a:buNone/>
            </a:pPr>
            <a:r>
              <a:rPr lang="en" sz="1400" b="0" i="0" u="none" strike="noStrike" cap="none">
                <a:solidFill>
                  <a:srgbClr val="141413"/>
                </a:solidFill>
                <a:latin typeface="Arial"/>
                <a:ea typeface="Arial"/>
                <a:cs typeface="Arial"/>
                <a:sym typeface="Arial"/>
              </a:rPr>
              <a:t>Department of Biomedicine, University of Bergen, Norway</a:t>
            </a:r>
            <a:endParaRPr sz="1400" b="0" i="0" u="none" strike="noStrike" cap="none">
              <a:solidFill>
                <a:srgbClr val="141413"/>
              </a:solidFill>
              <a:latin typeface="Arial"/>
              <a:ea typeface="Arial"/>
              <a:cs typeface="Arial"/>
              <a:sym typeface="Arial"/>
            </a:endParaRPr>
          </a:p>
        </p:txBody>
      </p:sp>
      <p:pic>
        <p:nvPicPr>
          <p:cNvPr id="482" name="Google Shape;482;p102"/>
          <p:cNvPicPr preferRelativeResize="0"/>
          <p:nvPr/>
        </p:nvPicPr>
        <p:blipFill>
          <a:blip r:embed="rId5">
            <a:alphaModFix/>
          </a:blip>
          <a:stretch>
            <a:fillRect/>
          </a:stretch>
        </p:blipFill>
        <p:spPr>
          <a:xfrm>
            <a:off x="34825" y="8850"/>
            <a:ext cx="687075" cy="687075"/>
          </a:xfrm>
          <a:prstGeom prst="rect">
            <a:avLst/>
          </a:prstGeom>
          <a:noFill/>
          <a:ln>
            <a:noFill/>
          </a:ln>
        </p:spPr>
      </p:pic>
      <p:pic>
        <p:nvPicPr>
          <p:cNvPr id="483" name="Google Shape;483;p102"/>
          <p:cNvPicPr preferRelativeResize="0"/>
          <p:nvPr/>
        </p:nvPicPr>
        <p:blipFill>
          <a:blip r:embed="rId6">
            <a:alphaModFix/>
          </a:blip>
          <a:stretch>
            <a:fillRect/>
          </a:stretch>
        </p:blipFill>
        <p:spPr>
          <a:xfrm>
            <a:off x="79950" y="4764174"/>
            <a:ext cx="645500" cy="290475"/>
          </a:xfrm>
          <a:prstGeom prst="rect">
            <a:avLst/>
          </a:prstGeom>
          <a:noFill/>
          <a:ln>
            <a:noFill/>
          </a:ln>
        </p:spPr>
      </p:pic>
      <p:pic>
        <p:nvPicPr>
          <p:cNvPr id="484" name="Google Shape;484;p102"/>
          <p:cNvPicPr preferRelativeResize="0"/>
          <p:nvPr/>
        </p:nvPicPr>
        <p:blipFill>
          <a:blip r:embed="rId7">
            <a:alphaModFix/>
          </a:blip>
          <a:stretch>
            <a:fillRect/>
          </a:stretch>
        </p:blipFill>
        <p:spPr>
          <a:xfrm>
            <a:off x="8120419" y="4113325"/>
            <a:ext cx="943656" cy="941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103"/>
          <p:cNvSpPr txBox="1"/>
          <p:nvPr/>
        </p:nvSpPr>
        <p:spPr>
          <a:xfrm>
            <a:off x="2296427" y="2374125"/>
            <a:ext cx="48669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t>Motivation and Inspiration</a:t>
            </a:r>
            <a:endParaRPr sz="2600" b="1"/>
          </a:p>
        </p:txBody>
      </p:sp>
      <p:sp>
        <p:nvSpPr>
          <p:cNvPr id="490" name="Google Shape;490;p103"/>
          <p:cNvSpPr txBox="1"/>
          <p:nvPr/>
        </p:nvSpPr>
        <p:spPr>
          <a:xfrm>
            <a:off x="79950" y="785948"/>
            <a:ext cx="89841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rgbClr val="D9D9D9"/>
                </a:solidFill>
              </a:rPr>
              <a:t>From Brains to Models: What AI Reveals About Being Human</a:t>
            </a:r>
            <a:endParaRPr sz="1600" b="0" i="0" u="none" strike="noStrike" cap="none">
              <a:solidFill>
                <a:srgbClr val="D9D9D9"/>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pic>
        <p:nvPicPr>
          <p:cNvPr id="495" name="Google Shape;495;p104"/>
          <p:cNvPicPr preferRelativeResize="0"/>
          <p:nvPr/>
        </p:nvPicPr>
        <p:blipFill>
          <a:blip r:embed="rId3">
            <a:alphaModFix/>
          </a:blip>
          <a:stretch>
            <a:fillRect/>
          </a:stretch>
        </p:blipFill>
        <p:spPr>
          <a:xfrm>
            <a:off x="237218" y="442750"/>
            <a:ext cx="4791632" cy="4533300"/>
          </a:xfrm>
          <a:prstGeom prst="rect">
            <a:avLst/>
          </a:prstGeom>
          <a:noFill/>
          <a:ln>
            <a:noFill/>
          </a:ln>
        </p:spPr>
      </p:pic>
      <p:pic>
        <p:nvPicPr>
          <p:cNvPr id="496" name="Google Shape;496;p104"/>
          <p:cNvPicPr preferRelativeResize="0"/>
          <p:nvPr/>
        </p:nvPicPr>
        <p:blipFill>
          <a:blip r:embed="rId4">
            <a:alphaModFix/>
          </a:blip>
          <a:stretch>
            <a:fillRect/>
          </a:stretch>
        </p:blipFill>
        <p:spPr>
          <a:xfrm>
            <a:off x="5577650" y="442750"/>
            <a:ext cx="3187890" cy="4533299"/>
          </a:xfrm>
          <a:prstGeom prst="rect">
            <a:avLst/>
          </a:prstGeom>
          <a:noFill/>
          <a:ln>
            <a:noFill/>
          </a:ln>
        </p:spPr>
      </p:pic>
      <p:sp>
        <p:nvSpPr>
          <p:cNvPr id="497" name="Google Shape;497;p104"/>
          <p:cNvSpPr txBox="1"/>
          <p:nvPr/>
        </p:nvSpPr>
        <p:spPr>
          <a:xfrm>
            <a:off x="210275" y="0"/>
            <a:ext cx="2457900" cy="33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b="1"/>
              <a:t>From BRAINS ….</a:t>
            </a:r>
            <a:endParaRPr sz="2500" b="1"/>
          </a:p>
        </p:txBody>
      </p:sp>
      <p:sp>
        <p:nvSpPr>
          <p:cNvPr id="498" name="Google Shape;498;p104"/>
          <p:cNvSpPr txBox="1"/>
          <p:nvPr/>
        </p:nvSpPr>
        <p:spPr>
          <a:xfrm>
            <a:off x="61077" y="4902600"/>
            <a:ext cx="3543000" cy="27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t>Frontiers in Neuroanatomy 16 May 2011  </a:t>
            </a:r>
            <a:r>
              <a:rPr lang="en" sz="800"/>
              <a:t>      </a:t>
            </a:r>
            <a:r>
              <a:rPr lang="en" sz="600"/>
              <a:t> </a:t>
            </a:r>
            <a:r>
              <a:rPr lang="en" sz="600">
                <a:solidFill>
                  <a:srgbClr val="0000FF"/>
                </a:solidFill>
                <a:uFill>
                  <a:noFill/>
                </a:uFill>
                <a:hlinkClick r:id="rId5">
                  <a:extLst>
                    <a:ext uri="{A12FA001-AC4F-418D-AE19-62706E023703}">
                      <ahyp:hlinkClr xmlns:ahyp="http://schemas.microsoft.com/office/drawing/2018/hyperlinkcolor" val="tx"/>
                    </a:ext>
                  </a:extLst>
                </a:hlinkClick>
              </a:rPr>
              <a:t>https://doi.org/10.3389/fnana.2011.00029</a:t>
            </a:r>
            <a:endParaRPr sz="600">
              <a:solidFill>
                <a:srgbClr val="0000FF"/>
              </a:solidFill>
            </a:endParaRPr>
          </a:p>
        </p:txBody>
      </p:sp>
      <p:sp>
        <p:nvSpPr>
          <p:cNvPr id="499" name="Google Shape;499;p104"/>
          <p:cNvSpPr txBox="1"/>
          <p:nvPr/>
        </p:nvSpPr>
        <p:spPr>
          <a:xfrm>
            <a:off x="210275" y="611200"/>
            <a:ext cx="689700" cy="27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FFFF"/>
                </a:solidFill>
              </a:rPr>
              <a:t>1 month</a:t>
            </a:r>
            <a:endParaRPr sz="1000">
              <a:solidFill>
                <a:srgbClr val="FFFFFF"/>
              </a:solidFill>
            </a:endParaRPr>
          </a:p>
        </p:txBody>
      </p:sp>
      <p:sp>
        <p:nvSpPr>
          <p:cNvPr id="500" name="Google Shape;500;p104"/>
          <p:cNvSpPr txBox="1"/>
          <p:nvPr/>
        </p:nvSpPr>
        <p:spPr>
          <a:xfrm>
            <a:off x="2267675" y="611200"/>
            <a:ext cx="689700" cy="27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FFFF"/>
                </a:solidFill>
              </a:rPr>
              <a:t>6 yrs </a:t>
            </a:r>
            <a:endParaRPr sz="1000">
              <a:solidFill>
                <a:srgbClr val="FFFFFF"/>
              </a:solidFill>
            </a:endParaRPr>
          </a:p>
        </p:txBody>
      </p:sp>
      <p:sp>
        <p:nvSpPr>
          <p:cNvPr id="501" name="Google Shape;501;p104"/>
          <p:cNvSpPr txBox="1"/>
          <p:nvPr/>
        </p:nvSpPr>
        <p:spPr>
          <a:xfrm rot="5400000">
            <a:off x="-746875" y="3581550"/>
            <a:ext cx="2207400" cy="27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rgbClr val="3E3D40"/>
                </a:solidFill>
                <a:highlight>
                  <a:srgbClr val="EEEEEE"/>
                </a:highlight>
                <a:latin typeface="Georgia"/>
                <a:ea typeface="Georgia"/>
                <a:cs typeface="Georgia"/>
                <a:sym typeface="Georgia"/>
              </a:rPr>
              <a:t>Pars triangularis of gyrus frontalis inferior (1 month)</a:t>
            </a:r>
            <a:endParaRPr sz="700"/>
          </a:p>
        </p:txBody>
      </p:sp>
      <p:sp>
        <p:nvSpPr>
          <p:cNvPr id="502" name="Google Shape;502;p104"/>
          <p:cNvSpPr txBox="1"/>
          <p:nvPr/>
        </p:nvSpPr>
        <p:spPr>
          <a:xfrm rot="5400000">
            <a:off x="643175" y="3334500"/>
            <a:ext cx="1713300" cy="27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rgbClr val="3E3D40"/>
                </a:solidFill>
                <a:highlight>
                  <a:srgbClr val="EEEEEE"/>
                </a:highlight>
                <a:latin typeface="Georgia"/>
                <a:ea typeface="Georgia"/>
                <a:cs typeface="Georgia"/>
                <a:sym typeface="Georgia"/>
              </a:rPr>
              <a:t>Orbital gyrus (1 month)</a:t>
            </a:r>
            <a:endParaRPr sz="700"/>
          </a:p>
        </p:txBody>
      </p:sp>
      <p:sp>
        <p:nvSpPr>
          <p:cNvPr id="503" name="Google Shape;503;p104"/>
          <p:cNvSpPr txBox="1"/>
          <p:nvPr/>
        </p:nvSpPr>
        <p:spPr>
          <a:xfrm rot="5400000">
            <a:off x="1716275" y="3480600"/>
            <a:ext cx="2005500" cy="27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rgbClr val="3E3D40"/>
                </a:solidFill>
                <a:highlight>
                  <a:srgbClr val="EEEEEE"/>
                </a:highlight>
                <a:latin typeface="Georgia"/>
                <a:ea typeface="Georgia"/>
                <a:cs typeface="Georgia"/>
                <a:sym typeface="Georgia"/>
              </a:rPr>
              <a:t>Pars triangularis of gyrus frontalis inferior (6 yrs)</a:t>
            </a:r>
            <a:endParaRPr sz="700"/>
          </a:p>
        </p:txBody>
      </p:sp>
      <p:sp>
        <p:nvSpPr>
          <p:cNvPr id="504" name="Google Shape;504;p104"/>
          <p:cNvSpPr txBox="1"/>
          <p:nvPr/>
        </p:nvSpPr>
        <p:spPr>
          <a:xfrm rot="5400000">
            <a:off x="3081575" y="3334500"/>
            <a:ext cx="1713300" cy="27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rgbClr val="3E3D40"/>
                </a:solidFill>
                <a:highlight>
                  <a:srgbClr val="EEEEEE"/>
                </a:highlight>
                <a:latin typeface="Georgia"/>
                <a:ea typeface="Georgia"/>
                <a:cs typeface="Georgia"/>
                <a:sym typeface="Georgia"/>
              </a:rPr>
              <a:t>Orbital gyrus (6 yrs)</a:t>
            </a:r>
            <a:endParaRPr sz="700"/>
          </a:p>
        </p:txBody>
      </p:sp>
      <p:sp>
        <p:nvSpPr>
          <p:cNvPr id="505" name="Google Shape;505;p104"/>
          <p:cNvSpPr txBox="1"/>
          <p:nvPr/>
        </p:nvSpPr>
        <p:spPr>
          <a:xfrm>
            <a:off x="4442700" y="2019750"/>
            <a:ext cx="410100" cy="22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rgbClr val="FFFFFF"/>
                </a:solidFill>
              </a:rPr>
              <a:t>2 cm</a:t>
            </a:r>
            <a:endParaRPr sz="700">
              <a:solidFill>
                <a:srgbClr val="FFFFFF"/>
              </a:solidFill>
            </a:endParaRPr>
          </a:p>
        </p:txBody>
      </p:sp>
      <p:sp>
        <p:nvSpPr>
          <p:cNvPr id="506" name="Google Shape;506;p104"/>
          <p:cNvSpPr txBox="1"/>
          <p:nvPr/>
        </p:nvSpPr>
        <p:spPr>
          <a:xfrm>
            <a:off x="3698343" y="4939350"/>
            <a:ext cx="5402100" cy="20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t>J. DeFelipe. The evolution of the brain, the human nature of cortical circuits, and intellectual creativity     </a:t>
            </a:r>
            <a:r>
              <a:rPr lang="en" sz="600" u="sng">
                <a:solidFill>
                  <a:srgbClr val="0000FF"/>
                </a:solidFill>
                <a:hlinkClick r:id="rId6">
                  <a:extLst>
                    <a:ext uri="{A12FA001-AC4F-418D-AE19-62706E023703}">
                      <ahyp:hlinkClr xmlns:ahyp="http://schemas.microsoft.com/office/drawing/2018/hyperlinkcolor" val="tx"/>
                    </a:ext>
                  </a:extLst>
                </a:hlinkClick>
              </a:rPr>
              <a:t>https://pubmed.ncbi.nlm.nih.gov/21647212</a:t>
            </a:r>
            <a:r>
              <a:rPr lang="en" sz="600" u="sng">
                <a:solidFill>
                  <a:srgbClr val="0000FF"/>
                </a:solidFill>
              </a:rPr>
              <a:t> </a:t>
            </a:r>
            <a:r>
              <a:rPr lang="en" sz="600"/>
              <a:t> </a:t>
            </a:r>
            <a:endParaRPr sz="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grpSp>
        <p:nvGrpSpPr>
          <p:cNvPr id="511" name="Google Shape;511;p105"/>
          <p:cNvGrpSpPr/>
          <p:nvPr/>
        </p:nvGrpSpPr>
        <p:grpSpPr>
          <a:xfrm>
            <a:off x="151178" y="3033411"/>
            <a:ext cx="1656208" cy="1069665"/>
            <a:chOff x="241316" y="3046275"/>
            <a:chExt cx="1843509" cy="1192625"/>
          </a:xfrm>
        </p:grpSpPr>
        <p:pic>
          <p:nvPicPr>
            <p:cNvPr id="512" name="Google Shape;512;p105"/>
            <p:cNvPicPr preferRelativeResize="0"/>
            <p:nvPr/>
          </p:nvPicPr>
          <p:blipFill rotWithShape="1">
            <a:blip r:embed="rId3">
              <a:alphaModFix/>
            </a:blip>
            <a:srcRect t="19251"/>
            <a:stretch/>
          </p:blipFill>
          <p:spPr>
            <a:xfrm>
              <a:off x="241316" y="3401275"/>
              <a:ext cx="1843509" cy="837625"/>
            </a:xfrm>
            <a:prstGeom prst="rect">
              <a:avLst/>
            </a:prstGeom>
            <a:noFill/>
            <a:ln>
              <a:noFill/>
            </a:ln>
          </p:spPr>
        </p:pic>
        <p:sp>
          <p:nvSpPr>
            <p:cNvPr id="513" name="Google Shape;513;p105"/>
            <p:cNvSpPr txBox="1"/>
            <p:nvPr/>
          </p:nvSpPr>
          <p:spPr>
            <a:xfrm>
              <a:off x="742400" y="3046275"/>
              <a:ext cx="771900" cy="36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VGG</a:t>
              </a:r>
              <a:endParaRPr/>
            </a:p>
          </p:txBody>
        </p:sp>
      </p:grpSp>
      <p:grpSp>
        <p:nvGrpSpPr>
          <p:cNvPr id="514" name="Google Shape;514;p105"/>
          <p:cNvGrpSpPr/>
          <p:nvPr/>
        </p:nvGrpSpPr>
        <p:grpSpPr>
          <a:xfrm>
            <a:off x="3764019" y="612196"/>
            <a:ext cx="2341138" cy="875431"/>
            <a:chOff x="2273736" y="247075"/>
            <a:chExt cx="3020823" cy="1218414"/>
          </a:xfrm>
        </p:grpSpPr>
        <p:pic>
          <p:nvPicPr>
            <p:cNvPr id="515" name="Google Shape;515;p105"/>
            <p:cNvPicPr preferRelativeResize="0"/>
            <p:nvPr/>
          </p:nvPicPr>
          <p:blipFill>
            <a:blip r:embed="rId4">
              <a:alphaModFix/>
            </a:blip>
            <a:stretch>
              <a:fillRect/>
            </a:stretch>
          </p:blipFill>
          <p:spPr>
            <a:xfrm>
              <a:off x="2273736" y="663799"/>
              <a:ext cx="3020823" cy="801690"/>
            </a:xfrm>
            <a:prstGeom prst="rect">
              <a:avLst/>
            </a:prstGeom>
            <a:noFill/>
            <a:ln>
              <a:noFill/>
            </a:ln>
          </p:spPr>
        </p:pic>
        <p:sp>
          <p:nvSpPr>
            <p:cNvPr id="516" name="Google Shape;516;p105"/>
            <p:cNvSpPr txBox="1"/>
            <p:nvPr/>
          </p:nvSpPr>
          <p:spPr>
            <a:xfrm>
              <a:off x="2385375" y="247075"/>
              <a:ext cx="2829900" cy="50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Inception / GoogLeNet</a:t>
              </a:r>
              <a:endParaRPr/>
            </a:p>
          </p:txBody>
        </p:sp>
      </p:grpSp>
      <p:grpSp>
        <p:nvGrpSpPr>
          <p:cNvPr id="517" name="Google Shape;517;p105"/>
          <p:cNvGrpSpPr/>
          <p:nvPr/>
        </p:nvGrpSpPr>
        <p:grpSpPr>
          <a:xfrm>
            <a:off x="1681387" y="1635500"/>
            <a:ext cx="3429799" cy="932700"/>
            <a:chOff x="2923187" y="2052950"/>
            <a:chExt cx="3429799" cy="932700"/>
          </a:xfrm>
        </p:grpSpPr>
        <p:pic>
          <p:nvPicPr>
            <p:cNvPr id="518" name="Google Shape;518;p105"/>
            <p:cNvPicPr preferRelativeResize="0"/>
            <p:nvPr/>
          </p:nvPicPr>
          <p:blipFill rotWithShape="1">
            <a:blip r:embed="rId5">
              <a:alphaModFix/>
            </a:blip>
            <a:srcRect l="11499" r="13785" b="65701"/>
            <a:stretch/>
          </p:blipFill>
          <p:spPr>
            <a:xfrm>
              <a:off x="2923187" y="2411801"/>
              <a:ext cx="3429799" cy="573849"/>
            </a:xfrm>
            <a:prstGeom prst="rect">
              <a:avLst/>
            </a:prstGeom>
            <a:noFill/>
            <a:ln>
              <a:noFill/>
            </a:ln>
          </p:spPr>
        </p:pic>
        <p:sp>
          <p:nvSpPr>
            <p:cNvPr id="519" name="Google Shape;519;p105"/>
            <p:cNvSpPr txBox="1"/>
            <p:nvPr/>
          </p:nvSpPr>
          <p:spPr>
            <a:xfrm>
              <a:off x="4170575" y="2052950"/>
              <a:ext cx="958800" cy="3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ResNet</a:t>
              </a:r>
              <a:endParaRPr/>
            </a:p>
          </p:txBody>
        </p:sp>
      </p:grpSp>
      <p:grpSp>
        <p:nvGrpSpPr>
          <p:cNvPr id="520" name="Google Shape;520;p105"/>
          <p:cNvGrpSpPr/>
          <p:nvPr/>
        </p:nvGrpSpPr>
        <p:grpSpPr>
          <a:xfrm>
            <a:off x="3605675" y="2567312"/>
            <a:ext cx="2499484" cy="1392239"/>
            <a:chOff x="4147225" y="3613538"/>
            <a:chExt cx="2499484" cy="1392239"/>
          </a:xfrm>
        </p:grpSpPr>
        <p:pic>
          <p:nvPicPr>
            <p:cNvPr id="521" name="Google Shape;521;p105"/>
            <p:cNvPicPr preferRelativeResize="0"/>
            <p:nvPr/>
          </p:nvPicPr>
          <p:blipFill>
            <a:blip r:embed="rId6">
              <a:alphaModFix/>
            </a:blip>
            <a:stretch>
              <a:fillRect/>
            </a:stretch>
          </p:blipFill>
          <p:spPr>
            <a:xfrm>
              <a:off x="4147225" y="3893501"/>
              <a:ext cx="2499484" cy="1112276"/>
            </a:xfrm>
            <a:prstGeom prst="rect">
              <a:avLst/>
            </a:prstGeom>
            <a:noFill/>
            <a:ln>
              <a:noFill/>
            </a:ln>
          </p:spPr>
        </p:pic>
        <p:sp>
          <p:nvSpPr>
            <p:cNvPr id="522" name="Google Shape;522;p105"/>
            <p:cNvSpPr txBox="1"/>
            <p:nvPr/>
          </p:nvSpPr>
          <p:spPr>
            <a:xfrm>
              <a:off x="4958650" y="3613538"/>
              <a:ext cx="1029000" cy="41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DenseNet</a:t>
              </a:r>
              <a:endParaRPr/>
            </a:p>
          </p:txBody>
        </p:sp>
      </p:grpSp>
      <p:grpSp>
        <p:nvGrpSpPr>
          <p:cNvPr id="523" name="Google Shape;523;p105"/>
          <p:cNvGrpSpPr/>
          <p:nvPr/>
        </p:nvGrpSpPr>
        <p:grpSpPr>
          <a:xfrm>
            <a:off x="7168575" y="2235538"/>
            <a:ext cx="1980051" cy="1279500"/>
            <a:chOff x="7026450" y="3726275"/>
            <a:chExt cx="1980051" cy="1279500"/>
          </a:xfrm>
        </p:grpSpPr>
        <p:pic>
          <p:nvPicPr>
            <p:cNvPr id="524" name="Google Shape;524;p105"/>
            <p:cNvPicPr preferRelativeResize="0"/>
            <p:nvPr/>
          </p:nvPicPr>
          <p:blipFill rotWithShape="1">
            <a:blip r:embed="rId7">
              <a:alphaModFix/>
            </a:blip>
            <a:srcRect l="42916" t="52313" r="6212" b="4737"/>
            <a:stretch/>
          </p:blipFill>
          <p:spPr>
            <a:xfrm>
              <a:off x="7026450" y="4065125"/>
              <a:ext cx="1980051" cy="940650"/>
            </a:xfrm>
            <a:prstGeom prst="rect">
              <a:avLst/>
            </a:prstGeom>
            <a:noFill/>
            <a:ln>
              <a:noFill/>
            </a:ln>
          </p:spPr>
        </p:pic>
        <p:sp>
          <p:nvSpPr>
            <p:cNvPr id="525" name="Google Shape;525;p105"/>
            <p:cNvSpPr txBox="1"/>
            <p:nvPr/>
          </p:nvSpPr>
          <p:spPr>
            <a:xfrm>
              <a:off x="7094725" y="3726275"/>
              <a:ext cx="18435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Multiscale DenseNet</a:t>
              </a:r>
              <a:endParaRPr/>
            </a:p>
          </p:txBody>
        </p:sp>
      </p:grpSp>
      <p:grpSp>
        <p:nvGrpSpPr>
          <p:cNvPr id="526" name="Google Shape;526;p105"/>
          <p:cNvGrpSpPr/>
          <p:nvPr/>
        </p:nvGrpSpPr>
        <p:grpSpPr>
          <a:xfrm>
            <a:off x="6196165" y="612188"/>
            <a:ext cx="1500046" cy="1544637"/>
            <a:chOff x="6235965" y="1436763"/>
            <a:chExt cx="1500046" cy="1544637"/>
          </a:xfrm>
        </p:grpSpPr>
        <p:pic>
          <p:nvPicPr>
            <p:cNvPr id="527" name="Google Shape;527;p105"/>
            <p:cNvPicPr preferRelativeResize="0"/>
            <p:nvPr/>
          </p:nvPicPr>
          <p:blipFill>
            <a:blip r:embed="rId8">
              <a:alphaModFix/>
            </a:blip>
            <a:stretch>
              <a:fillRect/>
            </a:stretch>
          </p:blipFill>
          <p:spPr>
            <a:xfrm>
              <a:off x="6235965" y="1793897"/>
              <a:ext cx="1374250" cy="1187503"/>
            </a:xfrm>
            <a:prstGeom prst="rect">
              <a:avLst/>
            </a:prstGeom>
            <a:noFill/>
            <a:ln>
              <a:noFill/>
            </a:ln>
          </p:spPr>
        </p:pic>
        <p:sp>
          <p:nvSpPr>
            <p:cNvPr id="528" name="Google Shape;528;p105"/>
            <p:cNvSpPr txBox="1"/>
            <p:nvPr/>
          </p:nvSpPr>
          <p:spPr>
            <a:xfrm>
              <a:off x="6330511" y="1436763"/>
              <a:ext cx="1405500" cy="41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ShuffleNet</a:t>
              </a:r>
              <a:endParaRPr/>
            </a:p>
          </p:txBody>
        </p:sp>
      </p:grpSp>
      <p:pic>
        <p:nvPicPr>
          <p:cNvPr id="529" name="Google Shape;529;p105"/>
          <p:cNvPicPr preferRelativeResize="0"/>
          <p:nvPr/>
        </p:nvPicPr>
        <p:blipFill>
          <a:blip r:embed="rId9">
            <a:alphaModFix/>
          </a:blip>
          <a:stretch>
            <a:fillRect/>
          </a:stretch>
        </p:blipFill>
        <p:spPr>
          <a:xfrm>
            <a:off x="239071" y="4523948"/>
            <a:ext cx="2372477" cy="544240"/>
          </a:xfrm>
          <a:prstGeom prst="rect">
            <a:avLst/>
          </a:prstGeom>
          <a:noFill/>
          <a:ln>
            <a:noFill/>
          </a:ln>
        </p:spPr>
      </p:pic>
      <p:sp>
        <p:nvSpPr>
          <p:cNvPr id="530" name="Google Shape;530;p105"/>
          <p:cNvSpPr txBox="1"/>
          <p:nvPr/>
        </p:nvSpPr>
        <p:spPr>
          <a:xfrm>
            <a:off x="299141" y="4096029"/>
            <a:ext cx="2268900" cy="27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Squeeze and excitation</a:t>
            </a:r>
            <a:endParaRPr/>
          </a:p>
        </p:txBody>
      </p:sp>
      <p:grpSp>
        <p:nvGrpSpPr>
          <p:cNvPr id="531" name="Google Shape;531;p105"/>
          <p:cNvGrpSpPr/>
          <p:nvPr/>
        </p:nvGrpSpPr>
        <p:grpSpPr>
          <a:xfrm>
            <a:off x="6772823" y="3410650"/>
            <a:ext cx="2268900" cy="1732850"/>
            <a:chOff x="6468023" y="3410650"/>
            <a:chExt cx="2268900" cy="1732850"/>
          </a:xfrm>
        </p:grpSpPr>
        <p:pic>
          <p:nvPicPr>
            <p:cNvPr id="532" name="Google Shape;532;p105"/>
            <p:cNvPicPr preferRelativeResize="0"/>
            <p:nvPr/>
          </p:nvPicPr>
          <p:blipFill>
            <a:blip r:embed="rId10">
              <a:alphaModFix/>
            </a:blip>
            <a:stretch>
              <a:fillRect/>
            </a:stretch>
          </p:blipFill>
          <p:spPr>
            <a:xfrm>
              <a:off x="6468023" y="3631868"/>
              <a:ext cx="2268900" cy="1511633"/>
            </a:xfrm>
            <a:prstGeom prst="rect">
              <a:avLst/>
            </a:prstGeom>
            <a:noFill/>
            <a:ln>
              <a:noFill/>
            </a:ln>
          </p:spPr>
        </p:pic>
        <p:sp>
          <p:nvSpPr>
            <p:cNvPr id="533" name="Google Shape;533;p105"/>
            <p:cNvSpPr txBox="1"/>
            <p:nvPr/>
          </p:nvSpPr>
          <p:spPr>
            <a:xfrm>
              <a:off x="6686575" y="3410650"/>
              <a:ext cx="1831800" cy="52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U-Net</a:t>
              </a:r>
              <a:endParaRPr/>
            </a:p>
          </p:txBody>
        </p:sp>
      </p:grpSp>
      <p:grpSp>
        <p:nvGrpSpPr>
          <p:cNvPr id="534" name="Google Shape;534;p105"/>
          <p:cNvGrpSpPr/>
          <p:nvPr/>
        </p:nvGrpSpPr>
        <p:grpSpPr>
          <a:xfrm>
            <a:off x="3834263" y="3930975"/>
            <a:ext cx="2635500" cy="1186675"/>
            <a:chOff x="3834263" y="3930975"/>
            <a:chExt cx="2635500" cy="1186675"/>
          </a:xfrm>
        </p:grpSpPr>
        <p:pic>
          <p:nvPicPr>
            <p:cNvPr id="535" name="Google Shape;535;p105"/>
            <p:cNvPicPr preferRelativeResize="0"/>
            <p:nvPr/>
          </p:nvPicPr>
          <p:blipFill>
            <a:blip r:embed="rId11">
              <a:alphaModFix/>
            </a:blip>
            <a:stretch>
              <a:fillRect/>
            </a:stretch>
          </p:blipFill>
          <p:spPr>
            <a:xfrm>
              <a:off x="3834277" y="4364655"/>
              <a:ext cx="2635476" cy="752995"/>
            </a:xfrm>
            <a:prstGeom prst="rect">
              <a:avLst/>
            </a:prstGeom>
            <a:noFill/>
            <a:ln>
              <a:noFill/>
            </a:ln>
          </p:spPr>
        </p:pic>
        <p:sp>
          <p:nvSpPr>
            <p:cNvPr id="536" name="Google Shape;536;p105"/>
            <p:cNvSpPr txBox="1"/>
            <p:nvPr/>
          </p:nvSpPr>
          <p:spPr>
            <a:xfrm>
              <a:off x="3834263" y="3930975"/>
              <a:ext cx="2635500" cy="42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SegNet</a:t>
              </a:r>
              <a:endParaRPr/>
            </a:p>
          </p:txBody>
        </p:sp>
      </p:grpSp>
      <p:pic>
        <p:nvPicPr>
          <p:cNvPr id="537" name="Google Shape;537;p105"/>
          <p:cNvPicPr preferRelativeResize="0"/>
          <p:nvPr/>
        </p:nvPicPr>
        <p:blipFill>
          <a:blip r:embed="rId12">
            <a:alphaModFix/>
          </a:blip>
          <a:stretch>
            <a:fillRect/>
          </a:stretch>
        </p:blipFill>
        <p:spPr>
          <a:xfrm>
            <a:off x="7719292" y="980444"/>
            <a:ext cx="1354750" cy="847625"/>
          </a:xfrm>
          <a:prstGeom prst="rect">
            <a:avLst/>
          </a:prstGeom>
          <a:noFill/>
          <a:ln>
            <a:noFill/>
          </a:ln>
        </p:spPr>
      </p:pic>
      <p:sp>
        <p:nvSpPr>
          <p:cNvPr id="538" name="Google Shape;538;p105"/>
          <p:cNvSpPr txBox="1"/>
          <p:nvPr/>
        </p:nvSpPr>
        <p:spPr>
          <a:xfrm>
            <a:off x="7650275" y="347919"/>
            <a:ext cx="1474200" cy="54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NASNet/</a:t>
            </a:r>
            <a:br>
              <a:rPr lang="en"/>
            </a:br>
            <a:r>
              <a:rPr lang="en"/>
              <a:t>AmoebaNet</a:t>
            </a: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grpSp>
        <p:nvGrpSpPr>
          <p:cNvPr id="539" name="Google Shape;539;p105"/>
          <p:cNvGrpSpPr/>
          <p:nvPr/>
        </p:nvGrpSpPr>
        <p:grpSpPr>
          <a:xfrm>
            <a:off x="2042888" y="2674863"/>
            <a:ext cx="1933249" cy="1583112"/>
            <a:chOff x="2192350" y="3196625"/>
            <a:chExt cx="1933249" cy="1583112"/>
          </a:xfrm>
        </p:grpSpPr>
        <p:pic>
          <p:nvPicPr>
            <p:cNvPr id="540" name="Google Shape;540;p105"/>
            <p:cNvPicPr preferRelativeResize="0"/>
            <p:nvPr/>
          </p:nvPicPr>
          <p:blipFill rotWithShape="1">
            <a:blip r:embed="rId13">
              <a:alphaModFix/>
            </a:blip>
            <a:srcRect l="30559" r="2529" b="24902"/>
            <a:stretch/>
          </p:blipFill>
          <p:spPr>
            <a:xfrm>
              <a:off x="2192350" y="3481912"/>
              <a:ext cx="1933249" cy="1297825"/>
            </a:xfrm>
            <a:prstGeom prst="rect">
              <a:avLst/>
            </a:prstGeom>
            <a:noFill/>
            <a:ln>
              <a:noFill/>
            </a:ln>
          </p:spPr>
        </p:pic>
        <p:sp>
          <p:nvSpPr>
            <p:cNvPr id="541" name="Google Shape;541;p105"/>
            <p:cNvSpPr txBox="1"/>
            <p:nvPr/>
          </p:nvSpPr>
          <p:spPr>
            <a:xfrm>
              <a:off x="2504450" y="3196625"/>
              <a:ext cx="1239600" cy="52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ResNext</a:t>
              </a:r>
              <a:endParaRPr/>
            </a:p>
          </p:txBody>
        </p:sp>
      </p:grpSp>
      <p:grpSp>
        <p:nvGrpSpPr>
          <p:cNvPr id="542" name="Google Shape;542;p105"/>
          <p:cNvGrpSpPr/>
          <p:nvPr/>
        </p:nvGrpSpPr>
        <p:grpSpPr>
          <a:xfrm>
            <a:off x="1868051" y="1017625"/>
            <a:ext cx="1545924" cy="747375"/>
            <a:chOff x="2249051" y="1093825"/>
            <a:chExt cx="1545924" cy="747375"/>
          </a:xfrm>
        </p:grpSpPr>
        <p:pic>
          <p:nvPicPr>
            <p:cNvPr id="543" name="Google Shape;543;p105"/>
            <p:cNvPicPr preferRelativeResize="0"/>
            <p:nvPr/>
          </p:nvPicPr>
          <p:blipFill>
            <a:blip r:embed="rId14">
              <a:alphaModFix/>
            </a:blip>
            <a:stretch>
              <a:fillRect/>
            </a:stretch>
          </p:blipFill>
          <p:spPr>
            <a:xfrm>
              <a:off x="2249051" y="1377425"/>
              <a:ext cx="1545924" cy="463775"/>
            </a:xfrm>
            <a:prstGeom prst="rect">
              <a:avLst/>
            </a:prstGeom>
            <a:noFill/>
            <a:ln>
              <a:noFill/>
            </a:ln>
          </p:spPr>
        </p:pic>
        <p:sp>
          <p:nvSpPr>
            <p:cNvPr id="544" name="Google Shape;544;p105"/>
            <p:cNvSpPr txBox="1"/>
            <p:nvPr/>
          </p:nvSpPr>
          <p:spPr>
            <a:xfrm>
              <a:off x="2385375" y="1093825"/>
              <a:ext cx="1277700" cy="358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CapsNets</a:t>
              </a:r>
              <a:endParaRPr/>
            </a:p>
          </p:txBody>
        </p:sp>
      </p:grpSp>
      <p:grpSp>
        <p:nvGrpSpPr>
          <p:cNvPr id="545" name="Google Shape;545;p105"/>
          <p:cNvGrpSpPr/>
          <p:nvPr/>
        </p:nvGrpSpPr>
        <p:grpSpPr>
          <a:xfrm>
            <a:off x="5326125" y="2277013"/>
            <a:ext cx="1843500" cy="1216499"/>
            <a:chOff x="5249925" y="2277013"/>
            <a:chExt cx="1843500" cy="1216499"/>
          </a:xfrm>
        </p:grpSpPr>
        <p:pic>
          <p:nvPicPr>
            <p:cNvPr id="546" name="Google Shape;546;p105"/>
            <p:cNvPicPr preferRelativeResize="0"/>
            <p:nvPr/>
          </p:nvPicPr>
          <p:blipFill>
            <a:blip r:embed="rId15">
              <a:alphaModFix/>
            </a:blip>
            <a:stretch>
              <a:fillRect/>
            </a:stretch>
          </p:blipFill>
          <p:spPr>
            <a:xfrm>
              <a:off x="5494300" y="2746689"/>
              <a:ext cx="1354750" cy="746822"/>
            </a:xfrm>
            <a:prstGeom prst="rect">
              <a:avLst/>
            </a:prstGeom>
            <a:noFill/>
            <a:ln>
              <a:noFill/>
            </a:ln>
          </p:spPr>
        </p:pic>
        <p:sp>
          <p:nvSpPr>
            <p:cNvPr id="547" name="Google Shape;547;p105"/>
            <p:cNvSpPr txBox="1"/>
            <p:nvPr/>
          </p:nvSpPr>
          <p:spPr>
            <a:xfrm>
              <a:off x="5249925" y="2277013"/>
              <a:ext cx="1843500" cy="52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Hierarchical neural attention encoder</a:t>
              </a:r>
              <a:endParaRPr/>
            </a:p>
          </p:txBody>
        </p:sp>
      </p:grpSp>
      <p:grpSp>
        <p:nvGrpSpPr>
          <p:cNvPr id="548" name="Google Shape;548;p105"/>
          <p:cNvGrpSpPr/>
          <p:nvPr/>
        </p:nvGrpSpPr>
        <p:grpSpPr>
          <a:xfrm>
            <a:off x="64391" y="652451"/>
            <a:ext cx="1715860" cy="2077763"/>
            <a:chOff x="1131191" y="2408375"/>
            <a:chExt cx="1715860" cy="2077763"/>
          </a:xfrm>
        </p:grpSpPr>
        <p:pic>
          <p:nvPicPr>
            <p:cNvPr id="549" name="Google Shape;549;p105"/>
            <p:cNvPicPr preferRelativeResize="0"/>
            <p:nvPr/>
          </p:nvPicPr>
          <p:blipFill>
            <a:blip r:embed="rId16">
              <a:alphaModFix/>
            </a:blip>
            <a:stretch>
              <a:fillRect/>
            </a:stretch>
          </p:blipFill>
          <p:spPr>
            <a:xfrm>
              <a:off x="1131191" y="2682213"/>
              <a:ext cx="1715860" cy="1803925"/>
            </a:xfrm>
            <a:prstGeom prst="rect">
              <a:avLst/>
            </a:prstGeom>
            <a:noFill/>
            <a:ln>
              <a:noFill/>
            </a:ln>
          </p:spPr>
        </p:pic>
        <p:sp>
          <p:nvSpPr>
            <p:cNvPr id="550" name="Google Shape;550;p105"/>
            <p:cNvSpPr txBox="1"/>
            <p:nvPr/>
          </p:nvSpPr>
          <p:spPr>
            <a:xfrm>
              <a:off x="1386723" y="2408375"/>
              <a:ext cx="1204800" cy="32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Transformer</a:t>
              </a:r>
              <a:endParaRPr/>
            </a:p>
          </p:txBody>
        </p:sp>
      </p:grpSp>
      <p:sp>
        <p:nvSpPr>
          <p:cNvPr id="551" name="Google Shape;551;p105"/>
          <p:cNvSpPr/>
          <p:nvPr/>
        </p:nvSpPr>
        <p:spPr>
          <a:xfrm>
            <a:off x="110950" y="694801"/>
            <a:ext cx="1533000" cy="20373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2" name="Google Shape;552;p105"/>
          <p:cNvSpPr/>
          <p:nvPr/>
        </p:nvSpPr>
        <p:spPr>
          <a:xfrm>
            <a:off x="6772825" y="3456350"/>
            <a:ext cx="2268900" cy="16614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3" name="Google Shape;553;p105"/>
          <p:cNvSpPr txBox="1"/>
          <p:nvPr/>
        </p:nvSpPr>
        <p:spPr>
          <a:xfrm>
            <a:off x="64388" y="50775"/>
            <a:ext cx="2567100" cy="50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t>to MODELS ….</a:t>
            </a:r>
            <a:endParaRPr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106"/>
          <p:cNvSpPr txBox="1"/>
          <p:nvPr/>
        </p:nvSpPr>
        <p:spPr>
          <a:xfrm>
            <a:off x="76200" y="0"/>
            <a:ext cx="6138300" cy="1170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300" b="1">
                <a:solidFill>
                  <a:srgbClr val="030712"/>
                </a:solidFill>
                <a:highlight>
                  <a:srgbClr val="FFFFFF"/>
                </a:highlight>
              </a:rPr>
              <a:t>Artificial intelligence (AI)</a:t>
            </a:r>
            <a:endParaRPr sz="2300" b="1">
              <a:solidFill>
                <a:srgbClr val="030712"/>
              </a:solidFill>
              <a:highlight>
                <a:srgbClr val="FFFFFF"/>
              </a:highlight>
            </a:endParaRPr>
          </a:p>
          <a:p>
            <a:pPr marL="0" lvl="0" indent="0" algn="l" rtl="0">
              <a:lnSpc>
                <a:spcPct val="115000"/>
              </a:lnSpc>
              <a:spcBef>
                <a:spcPts val="600"/>
              </a:spcBef>
              <a:spcAft>
                <a:spcPts val="0"/>
              </a:spcAft>
              <a:buNone/>
            </a:pPr>
            <a:r>
              <a:rPr lang="en" b="1">
                <a:solidFill>
                  <a:srgbClr val="030712"/>
                </a:solidFill>
                <a:highlight>
                  <a:srgbClr val="FFFFFF"/>
                </a:highlight>
              </a:rPr>
              <a:t>Machines </a:t>
            </a:r>
            <a:r>
              <a:rPr lang="en">
                <a:solidFill>
                  <a:srgbClr val="030712"/>
                </a:solidFill>
                <a:highlight>
                  <a:srgbClr val="FFFFFF"/>
                </a:highlight>
              </a:rPr>
              <a:t>that can sense, reason, act, and adapt</a:t>
            </a:r>
            <a:endParaRPr>
              <a:solidFill>
                <a:srgbClr val="030712"/>
              </a:solidFill>
              <a:highlight>
                <a:srgbClr val="FFFFFF"/>
              </a:highlight>
            </a:endParaRPr>
          </a:p>
          <a:p>
            <a:pPr marL="0" lvl="0" indent="0" algn="l" rtl="0">
              <a:lnSpc>
                <a:spcPct val="115000"/>
              </a:lnSpc>
              <a:spcBef>
                <a:spcPts val="300"/>
              </a:spcBef>
              <a:spcAft>
                <a:spcPts val="0"/>
              </a:spcAft>
              <a:buNone/>
            </a:pPr>
            <a:r>
              <a:rPr lang="en" b="1">
                <a:solidFill>
                  <a:srgbClr val="030712"/>
                </a:solidFill>
                <a:highlight>
                  <a:srgbClr val="FFFFFF"/>
                </a:highlight>
              </a:rPr>
              <a:t>Agents</a:t>
            </a:r>
            <a:r>
              <a:rPr lang="en">
                <a:solidFill>
                  <a:srgbClr val="030712"/>
                </a:solidFill>
                <a:highlight>
                  <a:srgbClr val="FFFFFF"/>
                </a:highlight>
              </a:rPr>
              <a:t> that receive input from their environments and perform actions</a:t>
            </a:r>
            <a:endParaRPr>
              <a:solidFill>
                <a:srgbClr val="030712"/>
              </a:solidFill>
              <a:highlight>
                <a:srgbClr val="FFFFFF"/>
              </a:highlight>
            </a:endParaRPr>
          </a:p>
        </p:txBody>
      </p:sp>
      <p:sp>
        <p:nvSpPr>
          <p:cNvPr id="559" name="Google Shape;559;p106"/>
          <p:cNvSpPr txBox="1"/>
          <p:nvPr/>
        </p:nvSpPr>
        <p:spPr>
          <a:xfrm>
            <a:off x="6940650" y="110700"/>
            <a:ext cx="1992300" cy="853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i="1">
                <a:solidFill>
                  <a:srgbClr val="030712"/>
                </a:solidFill>
                <a:highlight>
                  <a:srgbClr val="FFFFFF"/>
                </a:highlight>
              </a:rPr>
              <a:t>Understand </a:t>
            </a:r>
            <a:r>
              <a:rPr lang="en" sz="1200" i="1">
                <a:solidFill>
                  <a:srgbClr val="030712"/>
                </a:solidFill>
                <a:highlight>
                  <a:srgbClr val="FFFFFF"/>
                </a:highlight>
              </a:rPr>
              <a:t>intelligence</a:t>
            </a:r>
            <a:endParaRPr sz="1200" i="1">
              <a:solidFill>
                <a:srgbClr val="030712"/>
              </a:solidFill>
              <a:highlight>
                <a:srgbClr val="FFFFFF"/>
              </a:highlight>
            </a:endParaRPr>
          </a:p>
          <a:p>
            <a:pPr marL="0" lvl="0" indent="0" algn="l" rtl="0">
              <a:lnSpc>
                <a:spcPct val="115000"/>
              </a:lnSpc>
              <a:spcBef>
                <a:spcPts val="600"/>
              </a:spcBef>
              <a:spcAft>
                <a:spcPts val="0"/>
              </a:spcAft>
              <a:buNone/>
            </a:pPr>
            <a:r>
              <a:rPr lang="en" sz="1100" b="1">
                <a:solidFill>
                  <a:srgbClr val="030712"/>
                </a:solidFill>
                <a:highlight>
                  <a:srgbClr val="FFFFFF"/>
                </a:highlight>
              </a:rPr>
              <a:t>                     </a:t>
            </a:r>
            <a:r>
              <a:rPr lang="en" sz="1100">
                <a:solidFill>
                  <a:srgbClr val="030712"/>
                </a:solidFill>
                <a:highlight>
                  <a:srgbClr val="FFFFFF"/>
                </a:highlight>
              </a:rPr>
              <a:t>&amp;</a:t>
            </a:r>
            <a:endParaRPr sz="1100">
              <a:solidFill>
                <a:srgbClr val="030712"/>
              </a:solidFill>
              <a:highlight>
                <a:srgbClr val="FFFFFF"/>
              </a:highlight>
            </a:endParaRPr>
          </a:p>
          <a:p>
            <a:pPr marL="0" lvl="0" indent="0" algn="l" rtl="0">
              <a:lnSpc>
                <a:spcPct val="115000"/>
              </a:lnSpc>
              <a:spcBef>
                <a:spcPts val="0"/>
              </a:spcBef>
              <a:spcAft>
                <a:spcPts val="0"/>
              </a:spcAft>
              <a:buNone/>
            </a:pPr>
            <a:r>
              <a:rPr lang="en" sz="1200" b="1" i="1">
                <a:solidFill>
                  <a:srgbClr val="030712"/>
                </a:solidFill>
                <a:highlight>
                  <a:srgbClr val="FFFFFF"/>
                </a:highlight>
              </a:rPr>
              <a:t>Build</a:t>
            </a:r>
            <a:r>
              <a:rPr lang="en" sz="1200" i="1">
                <a:solidFill>
                  <a:srgbClr val="030712"/>
                </a:solidFill>
                <a:highlight>
                  <a:srgbClr val="FFFFFF"/>
                </a:highlight>
              </a:rPr>
              <a:t> intelligent systems</a:t>
            </a:r>
            <a:endParaRPr sz="1200" i="1">
              <a:solidFill>
                <a:srgbClr val="030712"/>
              </a:solidFill>
              <a:highlight>
                <a:srgbClr val="FFFFFF"/>
              </a:highlight>
            </a:endParaRPr>
          </a:p>
        </p:txBody>
      </p:sp>
      <p:grpSp>
        <p:nvGrpSpPr>
          <p:cNvPr id="560" name="Google Shape;560;p106"/>
          <p:cNvGrpSpPr/>
          <p:nvPr/>
        </p:nvGrpSpPr>
        <p:grpSpPr>
          <a:xfrm>
            <a:off x="76194" y="1157275"/>
            <a:ext cx="9020556" cy="4044206"/>
            <a:chOff x="76194" y="1157275"/>
            <a:chExt cx="9020556" cy="4044206"/>
          </a:xfrm>
        </p:grpSpPr>
        <p:sp>
          <p:nvSpPr>
            <p:cNvPr id="561" name="Google Shape;561;p106"/>
            <p:cNvSpPr/>
            <p:nvPr/>
          </p:nvSpPr>
          <p:spPr>
            <a:xfrm>
              <a:off x="2468425" y="1673425"/>
              <a:ext cx="5799000" cy="2818500"/>
            </a:xfrm>
            <a:prstGeom prst="rect">
              <a:avLst/>
            </a:prstGeom>
            <a:noFill/>
            <a:ln w="762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562" name="Google Shape;562;p106"/>
            <p:cNvCxnSpPr>
              <a:stCxn id="561" idx="1"/>
              <a:endCxn id="561" idx="3"/>
            </p:cNvCxnSpPr>
            <p:nvPr/>
          </p:nvCxnSpPr>
          <p:spPr>
            <a:xfrm>
              <a:off x="2468425" y="3082675"/>
              <a:ext cx="5799000" cy="0"/>
            </a:xfrm>
            <a:prstGeom prst="straightConnector1">
              <a:avLst/>
            </a:prstGeom>
            <a:noFill/>
            <a:ln w="76200" cap="flat" cmpd="sng">
              <a:solidFill>
                <a:srgbClr val="B7B7B7"/>
              </a:solidFill>
              <a:prstDash val="solid"/>
              <a:round/>
              <a:headEnd type="none" w="med" len="med"/>
              <a:tailEnd type="none" w="med" len="med"/>
            </a:ln>
          </p:spPr>
        </p:cxnSp>
        <p:cxnSp>
          <p:nvCxnSpPr>
            <p:cNvPr id="563" name="Google Shape;563;p106"/>
            <p:cNvCxnSpPr>
              <a:stCxn id="561" idx="0"/>
              <a:endCxn id="561" idx="2"/>
            </p:cNvCxnSpPr>
            <p:nvPr/>
          </p:nvCxnSpPr>
          <p:spPr>
            <a:xfrm>
              <a:off x="5367925" y="1673425"/>
              <a:ext cx="0" cy="2818500"/>
            </a:xfrm>
            <a:prstGeom prst="straightConnector1">
              <a:avLst/>
            </a:prstGeom>
            <a:noFill/>
            <a:ln w="76200" cap="flat" cmpd="sng">
              <a:solidFill>
                <a:srgbClr val="B7B7B7"/>
              </a:solidFill>
              <a:prstDash val="solid"/>
              <a:round/>
              <a:headEnd type="none" w="med" len="med"/>
              <a:tailEnd type="none" w="med" len="med"/>
            </a:ln>
          </p:spPr>
        </p:cxnSp>
        <p:sp>
          <p:nvSpPr>
            <p:cNvPr id="564" name="Google Shape;564;p106"/>
            <p:cNvSpPr txBox="1"/>
            <p:nvPr/>
          </p:nvSpPr>
          <p:spPr>
            <a:xfrm>
              <a:off x="507375" y="1157275"/>
              <a:ext cx="7998300" cy="3142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030712"/>
                  </a:solidFill>
                </a:rPr>
                <a:t>                                                                      </a:t>
              </a:r>
              <a:r>
                <a:rPr lang="en" sz="1200">
                  <a:solidFill>
                    <a:srgbClr val="030712"/>
                  </a:solidFill>
                </a:rPr>
                <a:t> </a:t>
              </a:r>
              <a:r>
                <a:rPr lang="en" sz="1200" i="1">
                  <a:solidFill>
                    <a:srgbClr val="030712"/>
                  </a:solidFill>
                </a:rPr>
                <a:t>Human performance </a:t>
              </a:r>
              <a:r>
                <a:rPr lang="en" sz="1100">
                  <a:solidFill>
                    <a:srgbClr val="030712"/>
                  </a:solidFill>
                </a:rPr>
                <a:t>                                      </a:t>
              </a:r>
              <a:r>
                <a:rPr lang="en" sz="1200">
                  <a:solidFill>
                    <a:srgbClr val="030712"/>
                  </a:solidFill>
                </a:rPr>
                <a:t>   </a:t>
              </a:r>
              <a:r>
                <a:rPr lang="en" sz="1200" i="1">
                  <a:solidFill>
                    <a:srgbClr val="030712"/>
                  </a:solidFill>
                </a:rPr>
                <a:t>Rationality</a:t>
              </a:r>
              <a:endParaRPr sz="1200" i="1">
                <a:solidFill>
                  <a:srgbClr val="030712"/>
                </a:solidFill>
              </a:endParaRPr>
            </a:p>
            <a:p>
              <a:pPr marL="0" lvl="0" indent="0" algn="l" rtl="0">
                <a:spcBef>
                  <a:spcPts val="0"/>
                </a:spcBef>
                <a:spcAft>
                  <a:spcPts val="0"/>
                </a:spcAft>
                <a:buNone/>
              </a:pPr>
              <a:endParaRPr sz="1200" i="1">
                <a:solidFill>
                  <a:srgbClr val="030712"/>
                </a:solidFill>
              </a:endParaRPr>
            </a:p>
            <a:p>
              <a:pPr marL="0" lvl="0" indent="0" algn="l" rtl="0">
                <a:spcBef>
                  <a:spcPts val="0"/>
                </a:spcBef>
                <a:spcAft>
                  <a:spcPts val="0"/>
                </a:spcAft>
                <a:buNone/>
              </a:pPr>
              <a:endParaRPr sz="1100">
                <a:solidFill>
                  <a:srgbClr val="030712"/>
                </a:solidFill>
              </a:endParaRPr>
            </a:p>
            <a:p>
              <a:pPr marL="0" lvl="0" indent="0" algn="l" rtl="0">
                <a:spcBef>
                  <a:spcPts val="0"/>
                </a:spcBef>
                <a:spcAft>
                  <a:spcPts val="0"/>
                </a:spcAft>
                <a:buNone/>
              </a:pPr>
              <a:endParaRPr sz="1100">
                <a:solidFill>
                  <a:srgbClr val="030712"/>
                </a:solidFill>
              </a:endParaRPr>
            </a:p>
            <a:p>
              <a:pPr marL="0" lvl="0" indent="0" algn="l" rtl="0">
                <a:lnSpc>
                  <a:spcPct val="115000"/>
                </a:lnSpc>
                <a:spcBef>
                  <a:spcPts val="0"/>
                </a:spcBef>
                <a:spcAft>
                  <a:spcPts val="0"/>
                </a:spcAft>
                <a:buNone/>
              </a:pPr>
              <a:r>
                <a:rPr lang="en" sz="1200">
                  <a:solidFill>
                    <a:srgbClr val="030712"/>
                  </a:solidFill>
                </a:rPr>
                <a:t>     </a:t>
              </a:r>
              <a:r>
                <a:rPr lang="en" i="1">
                  <a:solidFill>
                    <a:srgbClr val="030712"/>
                  </a:solidFill>
                </a:rPr>
                <a:t>Thought processes</a:t>
              </a:r>
              <a:r>
                <a:rPr lang="en">
                  <a:solidFill>
                    <a:srgbClr val="030712"/>
                  </a:solidFill>
                </a:rPr>
                <a:t> </a:t>
              </a:r>
              <a:r>
                <a:rPr lang="en" sz="1100">
                  <a:solidFill>
                    <a:srgbClr val="030712"/>
                  </a:solidFill>
                </a:rPr>
                <a:t>                  </a:t>
              </a:r>
              <a:r>
                <a:rPr lang="en" sz="1700" b="1">
                  <a:solidFill>
                    <a:srgbClr val="030712"/>
                  </a:solidFill>
                </a:rPr>
                <a:t>Thinking humanly                Thinking rationally</a:t>
              </a:r>
              <a:endParaRPr sz="1700" b="1">
                <a:solidFill>
                  <a:srgbClr val="030712"/>
                </a:solidFill>
              </a:endParaRPr>
            </a:p>
            <a:p>
              <a:pPr marL="0" lvl="0" indent="0" algn="l" rtl="0">
                <a:lnSpc>
                  <a:spcPct val="115000"/>
                </a:lnSpc>
                <a:spcBef>
                  <a:spcPts val="0"/>
                </a:spcBef>
                <a:spcAft>
                  <a:spcPts val="0"/>
                </a:spcAft>
                <a:buNone/>
              </a:pPr>
              <a:r>
                <a:rPr lang="en" sz="1200">
                  <a:solidFill>
                    <a:srgbClr val="030712"/>
                  </a:solidFill>
                </a:rPr>
                <a:t>     </a:t>
              </a:r>
              <a:r>
                <a:rPr lang="en" sz="1200" i="1">
                  <a:solidFill>
                    <a:srgbClr val="030712"/>
                  </a:solidFill>
                </a:rPr>
                <a:t> </a:t>
              </a:r>
              <a:r>
                <a:rPr lang="en" i="1">
                  <a:solidFill>
                    <a:srgbClr val="030712"/>
                  </a:solidFill>
                </a:rPr>
                <a:t>and reasoning</a:t>
              </a:r>
              <a:endParaRPr i="1">
                <a:solidFill>
                  <a:srgbClr val="030712"/>
                </a:solidFill>
              </a:endParaRPr>
            </a:p>
            <a:p>
              <a:pPr marL="0" lvl="0" indent="0" algn="l" rtl="0">
                <a:lnSpc>
                  <a:spcPct val="115000"/>
                </a:lnSpc>
                <a:spcBef>
                  <a:spcPts val="0"/>
                </a:spcBef>
                <a:spcAft>
                  <a:spcPts val="0"/>
                </a:spcAft>
                <a:buNone/>
              </a:pPr>
              <a:r>
                <a:rPr lang="en" sz="1100">
                  <a:solidFill>
                    <a:srgbClr val="030712"/>
                  </a:solidFill>
                </a:rPr>
                <a:t>                                                                  </a:t>
              </a:r>
              <a:r>
                <a:rPr lang="en" sz="1300">
                  <a:solidFill>
                    <a:srgbClr val="030712"/>
                  </a:solidFill>
                </a:rPr>
                <a:t> </a:t>
              </a:r>
              <a:r>
                <a:rPr lang="en">
                  <a:solidFill>
                    <a:srgbClr val="030712"/>
                  </a:solidFill>
                </a:rPr>
                <a:t> (Cognitive science) </a:t>
              </a:r>
              <a:r>
                <a:rPr lang="en" sz="1100">
                  <a:solidFill>
                    <a:srgbClr val="030712"/>
                  </a:solidFill>
                </a:rPr>
                <a:t>                                 </a:t>
              </a:r>
              <a:r>
                <a:rPr lang="en">
                  <a:solidFill>
                    <a:srgbClr val="030712"/>
                  </a:solidFill>
                </a:rPr>
                <a:t>  (Laws of thought)</a:t>
              </a:r>
              <a:endParaRPr>
                <a:solidFill>
                  <a:srgbClr val="030712"/>
                </a:solidFill>
              </a:endParaRPr>
            </a:p>
            <a:p>
              <a:pPr marL="0" lvl="0" indent="0" algn="l" rtl="0">
                <a:lnSpc>
                  <a:spcPct val="115000"/>
                </a:lnSpc>
                <a:spcBef>
                  <a:spcPts val="0"/>
                </a:spcBef>
                <a:spcAft>
                  <a:spcPts val="0"/>
                </a:spcAft>
                <a:buNone/>
              </a:pPr>
              <a:endParaRPr sz="1100">
                <a:solidFill>
                  <a:srgbClr val="030712"/>
                </a:solidFill>
              </a:endParaRPr>
            </a:p>
            <a:p>
              <a:pPr marL="0" lvl="0" indent="0" algn="l" rtl="0">
                <a:lnSpc>
                  <a:spcPct val="115000"/>
                </a:lnSpc>
                <a:spcBef>
                  <a:spcPts val="0"/>
                </a:spcBef>
                <a:spcAft>
                  <a:spcPts val="0"/>
                </a:spcAft>
                <a:buNone/>
              </a:pPr>
              <a:endParaRPr sz="1100">
                <a:solidFill>
                  <a:srgbClr val="030712"/>
                </a:solidFill>
              </a:endParaRPr>
            </a:p>
            <a:p>
              <a:pPr marL="0" lvl="0" indent="0" algn="l" rtl="0">
                <a:lnSpc>
                  <a:spcPct val="115000"/>
                </a:lnSpc>
                <a:spcBef>
                  <a:spcPts val="0"/>
                </a:spcBef>
                <a:spcAft>
                  <a:spcPts val="0"/>
                </a:spcAft>
                <a:buNone/>
              </a:pPr>
              <a:endParaRPr sz="1100">
                <a:solidFill>
                  <a:srgbClr val="030712"/>
                </a:solidFill>
              </a:endParaRPr>
            </a:p>
            <a:p>
              <a:pPr marL="0" lvl="0" indent="0" algn="l" rtl="0">
                <a:lnSpc>
                  <a:spcPct val="115000"/>
                </a:lnSpc>
                <a:spcBef>
                  <a:spcPts val="0"/>
                </a:spcBef>
                <a:spcAft>
                  <a:spcPts val="0"/>
                </a:spcAft>
                <a:buNone/>
              </a:pPr>
              <a:r>
                <a:rPr lang="en" sz="1100">
                  <a:solidFill>
                    <a:srgbClr val="030712"/>
                  </a:solidFill>
                </a:rPr>
                <a:t>     </a:t>
              </a:r>
              <a:r>
                <a:rPr lang="en" sz="1100" i="1">
                  <a:solidFill>
                    <a:srgbClr val="030712"/>
                  </a:solidFill>
                </a:rPr>
                <a:t>     </a:t>
              </a:r>
              <a:r>
                <a:rPr lang="en" i="1">
                  <a:solidFill>
                    <a:srgbClr val="030712"/>
                  </a:solidFill>
                </a:rPr>
                <a:t>Behavior </a:t>
              </a:r>
              <a:r>
                <a:rPr lang="en" sz="1100">
                  <a:solidFill>
                    <a:srgbClr val="030712"/>
                  </a:solidFill>
                </a:rPr>
                <a:t>                                    </a:t>
              </a:r>
              <a:r>
                <a:rPr lang="en" sz="1700" b="1">
                  <a:solidFill>
                    <a:srgbClr val="030712"/>
                  </a:solidFill>
                </a:rPr>
                <a:t>Acting humanly                      Acting rationally</a:t>
              </a:r>
              <a:endParaRPr sz="1100">
                <a:solidFill>
                  <a:srgbClr val="030712"/>
                </a:solidFill>
              </a:endParaRPr>
            </a:p>
            <a:p>
              <a:pPr marL="0" lvl="0" indent="0" algn="l" rtl="0">
                <a:lnSpc>
                  <a:spcPct val="115000"/>
                </a:lnSpc>
                <a:spcBef>
                  <a:spcPts val="0"/>
                </a:spcBef>
                <a:spcAft>
                  <a:spcPts val="0"/>
                </a:spcAft>
                <a:buNone/>
              </a:pPr>
              <a:endParaRPr sz="1700" b="1">
                <a:solidFill>
                  <a:srgbClr val="030712"/>
                </a:solidFill>
              </a:endParaRPr>
            </a:p>
            <a:p>
              <a:pPr marL="0" lvl="0" indent="0" algn="l" rtl="0">
                <a:lnSpc>
                  <a:spcPct val="115000"/>
                </a:lnSpc>
                <a:spcBef>
                  <a:spcPts val="400"/>
                </a:spcBef>
                <a:spcAft>
                  <a:spcPts val="0"/>
                </a:spcAft>
                <a:buNone/>
              </a:pPr>
              <a:r>
                <a:rPr lang="en" sz="1100">
                  <a:solidFill>
                    <a:srgbClr val="030712"/>
                  </a:solidFill>
                </a:rPr>
                <a:t>                                                                       </a:t>
              </a:r>
              <a:r>
                <a:rPr lang="en">
                  <a:solidFill>
                    <a:srgbClr val="030712"/>
                  </a:solidFill>
                </a:rPr>
                <a:t>   (Turing test)                                     (Rational agent)</a:t>
              </a:r>
              <a:endParaRPr sz="1100">
                <a:solidFill>
                  <a:schemeClr val="dk1"/>
                </a:solidFill>
              </a:endParaRPr>
            </a:p>
          </p:txBody>
        </p:sp>
        <p:sp>
          <p:nvSpPr>
            <p:cNvPr id="565" name="Google Shape;565;p106"/>
            <p:cNvSpPr txBox="1"/>
            <p:nvPr/>
          </p:nvSpPr>
          <p:spPr>
            <a:xfrm>
              <a:off x="6940650" y="4741575"/>
              <a:ext cx="2156100" cy="323100"/>
            </a:xfrm>
            <a:prstGeom prst="rect">
              <a:avLst/>
            </a:prstGeom>
            <a:noFill/>
            <a:ln>
              <a:noFill/>
            </a:ln>
          </p:spPr>
          <p:txBody>
            <a:bodyPr spcFirstLastPara="1" wrap="square" lIns="91425" tIns="91425" rIns="91425" bIns="91425" anchor="t" anchorCtr="0">
              <a:spAutoFit/>
            </a:bodyPr>
            <a:lstStyle/>
            <a:p>
              <a:pPr marL="0" lvl="0" indent="0" algn="r" rtl="0">
                <a:lnSpc>
                  <a:spcPct val="115000"/>
                </a:lnSpc>
                <a:spcBef>
                  <a:spcPts val="0"/>
                </a:spcBef>
                <a:spcAft>
                  <a:spcPts val="0"/>
                </a:spcAft>
                <a:buNone/>
              </a:pPr>
              <a:r>
                <a:rPr lang="en" sz="900"/>
                <a:t>Adapted from Russell &amp; Norvig, 2009</a:t>
              </a:r>
              <a:endParaRPr sz="600">
                <a:solidFill>
                  <a:srgbClr val="0000FF"/>
                </a:solidFill>
              </a:endParaRPr>
            </a:p>
          </p:txBody>
        </p:sp>
        <p:pic>
          <p:nvPicPr>
            <p:cNvPr id="566" name="Google Shape;566;p106"/>
            <p:cNvPicPr preferRelativeResize="0"/>
            <p:nvPr/>
          </p:nvPicPr>
          <p:blipFill>
            <a:blip r:embed="rId3">
              <a:alphaModFix/>
            </a:blip>
            <a:stretch>
              <a:fillRect/>
            </a:stretch>
          </p:blipFill>
          <p:spPr>
            <a:xfrm>
              <a:off x="201860" y="3936269"/>
              <a:ext cx="827433" cy="1049252"/>
            </a:xfrm>
            <a:prstGeom prst="rect">
              <a:avLst/>
            </a:prstGeom>
            <a:noFill/>
            <a:ln>
              <a:noFill/>
            </a:ln>
          </p:spPr>
        </p:pic>
        <p:sp>
          <p:nvSpPr>
            <p:cNvPr id="567" name="Google Shape;567;p106"/>
            <p:cNvSpPr txBox="1"/>
            <p:nvPr/>
          </p:nvSpPr>
          <p:spPr>
            <a:xfrm>
              <a:off x="76194" y="4924581"/>
              <a:ext cx="1222500" cy="27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600">
                  <a:solidFill>
                    <a:srgbClr val="0000FF"/>
                  </a:solidFill>
                  <a:uFill>
                    <a:noFill/>
                  </a:uFill>
                  <a:hlinkClick r:id="rId4">
                    <a:extLst>
                      <a:ext uri="{A12FA001-AC4F-418D-AE19-62706E023703}">
                        <ahyp:hlinkClr xmlns:ahyp="http://schemas.microsoft.com/office/drawing/2018/hyperlinkcolor" val="tx"/>
                      </a:ext>
                    </a:extLst>
                  </a:hlinkClick>
                </a:rPr>
                <a:t>https://aima.cs.berkeley.edu</a:t>
              </a:r>
              <a:endParaRPr sz="600">
                <a:solidFill>
                  <a:srgbClr val="0000FF"/>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107"/>
          <p:cNvSpPr txBox="1"/>
          <p:nvPr/>
        </p:nvSpPr>
        <p:spPr>
          <a:xfrm>
            <a:off x="76200" y="0"/>
            <a:ext cx="6138300" cy="1170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300" b="1">
                <a:solidFill>
                  <a:srgbClr val="EFEFEF"/>
                </a:solidFill>
                <a:highlight>
                  <a:srgbClr val="FFFFFF"/>
                </a:highlight>
              </a:rPr>
              <a:t>Artificial intelligence (AI)</a:t>
            </a:r>
            <a:endParaRPr sz="2300" b="1">
              <a:solidFill>
                <a:srgbClr val="EFEFEF"/>
              </a:solidFill>
              <a:highlight>
                <a:srgbClr val="FFFFFF"/>
              </a:highlight>
            </a:endParaRPr>
          </a:p>
          <a:p>
            <a:pPr marL="0" lvl="0" indent="0" algn="l" rtl="0">
              <a:lnSpc>
                <a:spcPct val="115000"/>
              </a:lnSpc>
              <a:spcBef>
                <a:spcPts val="600"/>
              </a:spcBef>
              <a:spcAft>
                <a:spcPts val="0"/>
              </a:spcAft>
              <a:buNone/>
            </a:pPr>
            <a:r>
              <a:rPr lang="en" b="1">
                <a:solidFill>
                  <a:srgbClr val="EFEFEF"/>
                </a:solidFill>
                <a:highlight>
                  <a:srgbClr val="FFFFFF"/>
                </a:highlight>
              </a:rPr>
              <a:t>Machines </a:t>
            </a:r>
            <a:r>
              <a:rPr lang="en">
                <a:solidFill>
                  <a:srgbClr val="EFEFEF"/>
                </a:solidFill>
                <a:highlight>
                  <a:srgbClr val="FFFFFF"/>
                </a:highlight>
              </a:rPr>
              <a:t>that can sense, reason, act, and adapt</a:t>
            </a:r>
            <a:endParaRPr>
              <a:solidFill>
                <a:srgbClr val="EFEFEF"/>
              </a:solidFill>
              <a:highlight>
                <a:srgbClr val="FFFFFF"/>
              </a:highlight>
            </a:endParaRPr>
          </a:p>
          <a:p>
            <a:pPr marL="0" lvl="0" indent="0" algn="l" rtl="0">
              <a:lnSpc>
                <a:spcPct val="115000"/>
              </a:lnSpc>
              <a:spcBef>
                <a:spcPts val="300"/>
              </a:spcBef>
              <a:spcAft>
                <a:spcPts val="0"/>
              </a:spcAft>
              <a:buNone/>
            </a:pPr>
            <a:r>
              <a:rPr lang="en" b="1">
                <a:solidFill>
                  <a:srgbClr val="EFEFEF"/>
                </a:solidFill>
                <a:highlight>
                  <a:srgbClr val="FFFFFF"/>
                </a:highlight>
              </a:rPr>
              <a:t>Agents</a:t>
            </a:r>
            <a:r>
              <a:rPr lang="en">
                <a:solidFill>
                  <a:srgbClr val="EFEFEF"/>
                </a:solidFill>
                <a:highlight>
                  <a:srgbClr val="FFFFFF"/>
                </a:highlight>
              </a:rPr>
              <a:t> that receive input from their environments and perform actions</a:t>
            </a:r>
            <a:endParaRPr>
              <a:solidFill>
                <a:srgbClr val="EFEFEF"/>
              </a:solidFill>
              <a:highlight>
                <a:srgbClr val="FFFFFF"/>
              </a:highlight>
            </a:endParaRPr>
          </a:p>
        </p:txBody>
      </p:sp>
      <p:sp>
        <p:nvSpPr>
          <p:cNvPr id="573" name="Google Shape;573;p107"/>
          <p:cNvSpPr txBox="1"/>
          <p:nvPr/>
        </p:nvSpPr>
        <p:spPr>
          <a:xfrm>
            <a:off x="6940650" y="110700"/>
            <a:ext cx="1992300" cy="853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i="1">
                <a:solidFill>
                  <a:srgbClr val="D9D9D9"/>
                </a:solidFill>
                <a:highlight>
                  <a:srgbClr val="FFFFFF"/>
                </a:highlight>
              </a:rPr>
              <a:t>Understand </a:t>
            </a:r>
            <a:r>
              <a:rPr lang="en" sz="1200" i="1">
                <a:solidFill>
                  <a:srgbClr val="D9D9D9"/>
                </a:solidFill>
                <a:highlight>
                  <a:srgbClr val="FFFFFF"/>
                </a:highlight>
              </a:rPr>
              <a:t>intelligence</a:t>
            </a:r>
            <a:endParaRPr sz="1200" i="1">
              <a:solidFill>
                <a:srgbClr val="D9D9D9"/>
              </a:solidFill>
              <a:highlight>
                <a:srgbClr val="FFFFFF"/>
              </a:highlight>
            </a:endParaRPr>
          </a:p>
          <a:p>
            <a:pPr marL="0" lvl="0" indent="0" algn="l" rtl="0">
              <a:lnSpc>
                <a:spcPct val="115000"/>
              </a:lnSpc>
              <a:spcBef>
                <a:spcPts val="600"/>
              </a:spcBef>
              <a:spcAft>
                <a:spcPts val="0"/>
              </a:spcAft>
              <a:buNone/>
            </a:pPr>
            <a:r>
              <a:rPr lang="en" sz="1100" b="1">
                <a:solidFill>
                  <a:srgbClr val="D9D9D9"/>
                </a:solidFill>
                <a:highlight>
                  <a:srgbClr val="FFFFFF"/>
                </a:highlight>
              </a:rPr>
              <a:t>                     </a:t>
            </a:r>
            <a:r>
              <a:rPr lang="en" sz="1100">
                <a:solidFill>
                  <a:srgbClr val="D9D9D9"/>
                </a:solidFill>
                <a:highlight>
                  <a:srgbClr val="FFFFFF"/>
                </a:highlight>
              </a:rPr>
              <a:t>&amp;</a:t>
            </a:r>
            <a:endParaRPr sz="1100">
              <a:solidFill>
                <a:srgbClr val="D9D9D9"/>
              </a:solidFill>
              <a:highlight>
                <a:srgbClr val="FFFFFF"/>
              </a:highlight>
            </a:endParaRPr>
          </a:p>
          <a:p>
            <a:pPr marL="0" lvl="0" indent="0" algn="l" rtl="0">
              <a:lnSpc>
                <a:spcPct val="115000"/>
              </a:lnSpc>
              <a:spcBef>
                <a:spcPts val="0"/>
              </a:spcBef>
              <a:spcAft>
                <a:spcPts val="0"/>
              </a:spcAft>
              <a:buNone/>
            </a:pPr>
            <a:r>
              <a:rPr lang="en" sz="1200" b="1" i="1">
                <a:solidFill>
                  <a:srgbClr val="D9D9D9"/>
                </a:solidFill>
                <a:highlight>
                  <a:srgbClr val="FFFFFF"/>
                </a:highlight>
              </a:rPr>
              <a:t>Build</a:t>
            </a:r>
            <a:r>
              <a:rPr lang="en" sz="1200" i="1">
                <a:solidFill>
                  <a:srgbClr val="D9D9D9"/>
                </a:solidFill>
                <a:highlight>
                  <a:srgbClr val="FFFFFF"/>
                </a:highlight>
              </a:rPr>
              <a:t> intelligent systems</a:t>
            </a:r>
            <a:endParaRPr sz="1200" i="1">
              <a:solidFill>
                <a:srgbClr val="D9D9D9"/>
              </a:solidFill>
              <a:highlight>
                <a:srgbClr val="FFFFFF"/>
              </a:highlight>
            </a:endParaRPr>
          </a:p>
        </p:txBody>
      </p:sp>
      <p:sp>
        <p:nvSpPr>
          <p:cNvPr id="574" name="Google Shape;574;p107"/>
          <p:cNvSpPr txBox="1"/>
          <p:nvPr/>
        </p:nvSpPr>
        <p:spPr>
          <a:xfrm>
            <a:off x="507375" y="1157275"/>
            <a:ext cx="7998300" cy="3142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030712"/>
                </a:solidFill>
              </a:rPr>
              <a:t>                                                                      </a:t>
            </a:r>
            <a:r>
              <a:rPr lang="en" sz="1200">
                <a:solidFill>
                  <a:srgbClr val="030712"/>
                </a:solidFill>
              </a:rPr>
              <a:t> </a:t>
            </a:r>
            <a:r>
              <a:rPr lang="en" sz="1200" i="1">
                <a:solidFill>
                  <a:srgbClr val="CCCCCC"/>
                </a:solidFill>
              </a:rPr>
              <a:t>Human performance</a:t>
            </a:r>
            <a:r>
              <a:rPr lang="en" sz="1200" i="1">
                <a:solidFill>
                  <a:srgbClr val="030712"/>
                </a:solidFill>
              </a:rPr>
              <a:t> </a:t>
            </a:r>
            <a:r>
              <a:rPr lang="en" sz="1100">
                <a:solidFill>
                  <a:srgbClr val="030712"/>
                </a:solidFill>
              </a:rPr>
              <a:t>                                      </a:t>
            </a:r>
            <a:r>
              <a:rPr lang="en" sz="1200">
                <a:solidFill>
                  <a:srgbClr val="030712"/>
                </a:solidFill>
              </a:rPr>
              <a:t>   </a:t>
            </a:r>
            <a:r>
              <a:rPr lang="en" sz="1200" i="1">
                <a:solidFill>
                  <a:srgbClr val="CCCCCC"/>
                </a:solidFill>
              </a:rPr>
              <a:t>Rationality</a:t>
            </a:r>
            <a:endParaRPr sz="1200" i="1">
              <a:solidFill>
                <a:srgbClr val="CCCCCC"/>
              </a:solidFill>
            </a:endParaRPr>
          </a:p>
          <a:p>
            <a:pPr marL="0" lvl="0" indent="0" algn="l" rtl="0">
              <a:spcBef>
                <a:spcPts val="0"/>
              </a:spcBef>
              <a:spcAft>
                <a:spcPts val="0"/>
              </a:spcAft>
              <a:buNone/>
            </a:pPr>
            <a:endParaRPr sz="1200" i="1">
              <a:solidFill>
                <a:srgbClr val="030712"/>
              </a:solidFill>
            </a:endParaRPr>
          </a:p>
          <a:p>
            <a:pPr marL="0" lvl="0" indent="0" algn="l" rtl="0">
              <a:spcBef>
                <a:spcPts val="0"/>
              </a:spcBef>
              <a:spcAft>
                <a:spcPts val="0"/>
              </a:spcAft>
              <a:buNone/>
            </a:pPr>
            <a:endParaRPr sz="1100">
              <a:solidFill>
                <a:srgbClr val="030712"/>
              </a:solidFill>
            </a:endParaRPr>
          </a:p>
          <a:p>
            <a:pPr marL="0" lvl="0" indent="0" algn="l" rtl="0">
              <a:spcBef>
                <a:spcPts val="0"/>
              </a:spcBef>
              <a:spcAft>
                <a:spcPts val="0"/>
              </a:spcAft>
              <a:buNone/>
            </a:pPr>
            <a:endParaRPr sz="1100">
              <a:solidFill>
                <a:srgbClr val="030712"/>
              </a:solidFill>
            </a:endParaRPr>
          </a:p>
          <a:p>
            <a:pPr marL="0" lvl="0" indent="0" algn="l" rtl="0">
              <a:lnSpc>
                <a:spcPct val="115000"/>
              </a:lnSpc>
              <a:spcBef>
                <a:spcPts val="0"/>
              </a:spcBef>
              <a:spcAft>
                <a:spcPts val="0"/>
              </a:spcAft>
              <a:buNone/>
            </a:pPr>
            <a:r>
              <a:rPr lang="en" sz="1200">
                <a:solidFill>
                  <a:srgbClr val="030712"/>
                </a:solidFill>
              </a:rPr>
              <a:t>     </a:t>
            </a:r>
            <a:r>
              <a:rPr lang="en" i="1">
                <a:solidFill>
                  <a:srgbClr val="CCCCCC"/>
                </a:solidFill>
              </a:rPr>
              <a:t>Thought processes</a:t>
            </a:r>
            <a:r>
              <a:rPr lang="en">
                <a:solidFill>
                  <a:srgbClr val="030712"/>
                </a:solidFill>
              </a:rPr>
              <a:t> </a:t>
            </a:r>
            <a:r>
              <a:rPr lang="en" sz="1100">
                <a:solidFill>
                  <a:srgbClr val="030712"/>
                </a:solidFill>
              </a:rPr>
              <a:t>                  </a:t>
            </a:r>
            <a:r>
              <a:rPr lang="en" sz="1700" b="1">
                <a:solidFill>
                  <a:srgbClr val="030712"/>
                </a:solidFill>
              </a:rPr>
              <a:t>Thinking humanly                Thinking rationally</a:t>
            </a:r>
            <a:endParaRPr sz="1700" b="1">
              <a:solidFill>
                <a:srgbClr val="030712"/>
              </a:solidFill>
            </a:endParaRPr>
          </a:p>
          <a:p>
            <a:pPr marL="0" lvl="0" indent="0" algn="l" rtl="0">
              <a:lnSpc>
                <a:spcPct val="115000"/>
              </a:lnSpc>
              <a:spcBef>
                <a:spcPts val="0"/>
              </a:spcBef>
              <a:spcAft>
                <a:spcPts val="0"/>
              </a:spcAft>
              <a:buNone/>
            </a:pPr>
            <a:r>
              <a:rPr lang="en" sz="1200">
                <a:solidFill>
                  <a:srgbClr val="030712"/>
                </a:solidFill>
              </a:rPr>
              <a:t>     </a:t>
            </a:r>
            <a:r>
              <a:rPr lang="en" sz="1200" i="1">
                <a:solidFill>
                  <a:srgbClr val="030712"/>
                </a:solidFill>
              </a:rPr>
              <a:t> </a:t>
            </a:r>
            <a:r>
              <a:rPr lang="en" i="1">
                <a:solidFill>
                  <a:srgbClr val="CCCCCC"/>
                </a:solidFill>
              </a:rPr>
              <a:t>and reasoning</a:t>
            </a:r>
            <a:endParaRPr i="1">
              <a:solidFill>
                <a:srgbClr val="CCCCCC"/>
              </a:solidFill>
            </a:endParaRPr>
          </a:p>
          <a:p>
            <a:pPr marL="0" lvl="0" indent="0" algn="l" rtl="0">
              <a:lnSpc>
                <a:spcPct val="115000"/>
              </a:lnSpc>
              <a:spcBef>
                <a:spcPts val="0"/>
              </a:spcBef>
              <a:spcAft>
                <a:spcPts val="0"/>
              </a:spcAft>
              <a:buNone/>
            </a:pPr>
            <a:r>
              <a:rPr lang="en" sz="1100">
                <a:solidFill>
                  <a:srgbClr val="030712"/>
                </a:solidFill>
              </a:rPr>
              <a:t>                                                                  </a:t>
            </a:r>
            <a:r>
              <a:rPr lang="en" sz="1300">
                <a:solidFill>
                  <a:srgbClr val="030712"/>
                </a:solidFill>
              </a:rPr>
              <a:t> </a:t>
            </a:r>
            <a:r>
              <a:rPr lang="en">
                <a:solidFill>
                  <a:srgbClr val="030712"/>
                </a:solidFill>
              </a:rPr>
              <a:t> (Cognitive science) </a:t>
            </a:r>
            <a:r>
              <a:rPr lang="en" sz="1100">
                <a:solidFill>
                  <a:srgbClr val="030712"/>
                </a:solidFill>
              </a:rPr>
              <a:t>                                 </a:t>
            </a:r>
            <a:r>
              <a:rPr lang="en">
                <a:solidFill>
                  <a:srgbClr val="030712"/>
                </a:solidFill>
              </a:rPr>
              <a:t>  (Laws of thought)</a:t>
            </a:r>
            <a:endParaRPr>
              <a:solidFill>
                <a:srgbClr val="030712"/>
              </a:solidFill>
            </a:endParaRPr>
          </a:p>
          <a:p>
            <a:pPr marL="0" lvl="0" indent="0" algn="l" rtl="0">
              <a:lnSpc>
                <a:spcPct val="115000"/>
              </a:lnSpc>
              <a:spcBef>
                <a:spcPts val="0"/>
              </a:spcBef>
              <a:spcAft>
                <a:spcPts val="0"/>
              </a:spcAft>
              <a:buNone/>
            </a:pPr>
            <a:endParaRPr sz="1100">
              <a:solidFill>
                <a:srgbClr val="030712"/>
              </a:solidFill>
            </a:endParaRPr>
          </a:p>
          <a:p>
            <a:pPr marL="0" lvl="0" indent="0" algn="l" rtl="0">
              <a:lnSpc>
                <a:spcPct val="115000"/>
              </a:lnSpc>
              <a:spcBef>
                <a:spcPts val="0"/>
              </a:spcBef>
              <a:spcAft>
                <a:spcPts val="0"/>
              </a:spcAft>
              <a:buNone/>
            </a:pPr>
            <a:endParaRPr sz="1100">
              <a:solidFill>
                <a:srgbClr val="030712"/>
              </a:solidFill>
            </a:endParaRPr>
          </a:p>
          <a:p>
            <a:pPr marL="0" lvl="0" indent="0" algn="l" rtl="0">
              <a:lnSpc>
                <a:spcPct val="115000"/>
              </a:lnSpc>
              <a:spcBef>
                <a:spcPts val="0"/>
              </a:spcBef>
              <a:spcAft>
                <a:spcPts val="0"/>
              </a:spcAft>
              <a:buNone/>
            </a:pPr>
            <a:endParaRPr sz="1100">
              <a:solidFill>
                <a:srgbClr val="030712"/>
              </a:solidFill>
            </a:endParaRPr>
          </a:p>
          <a:p>
            <a:pPr marL="0" lvl="0" indent="0" algn="l" rtl="0">
              <a:lnSpc>
                <a:spcPct val="115000"/>
              </a:lnSpc>
              <a:spcBef>
                <a:spcPts val="0"/>
              </a:spcBef>
              <a:spcAft>
                <a:spcPts val="0"/>
              </a:spcAft>
              <a:buNone/>
            </a:pPr>
            <a:r>
              <a:rPr lang="en" sz="1100">
                <a:solidFill>
                  <a:srgbClr val="030712"/>
                </a:solidFill>
              </a:rPr>
              <a:t>     </a:t>
            </a:r>
            <a:r>
              <a:rPr lang="en" sz="1100" i="1">
                <a:solidFill>
                  <a:srgbClr val="030712"/>
                </a:solidFill>
              </a:rPr>
              <a:t>     </a:t>
            </a:r>
            <a:r>
              <a:rPr lang="en" i="1">
                <a:solidFill>
                  <a:srgbClr val="CCCCCC"/>
                </a:solidFill>
              </a:rPr>
              <a:t>Behavior</a:t>
            </a:r>
            <a:r>
              <a:rPr lang="en" i="1">
                <a:solidFill>
                  <a:srgbClr val="030712"/>
                </a:solidFill>
              </a:rPr>
              <a:t> </a:t>
            </a:r>
            <a:r>
              <a:rPr lang="en" sz="1100">
                <a:solidFill>
                  <a:srgbClr val="030712"/>
                </a:solidFill>
              </a:rPr>
              <a:t>                                    </a:t>
            </a:r>
            <a:r>
              <a:rPr lang="en" sz="1700" b="1">
                <a:solidFill>
                  <a:srgbClr val="030712"/>
                </a:solidFill>
              </a:rPr>
              <a:t>Acting humanly                      Acting rationally</a:t>
            </a:r>
            <a:endParaRPr sz="1100">
              <a:solidFill>
                <a:srgbClr val="030712"/>
              </a:solidFill>
            </a:endParaRPr>
          </a:p>
          <a:p>
            <a:pPr marL="0" lvl="0" indent="0" algn="l" rtl="0">
              <a:lnSpc>
                <a:spcPct val="115000"/>
              </a:lnSpc>
              <a:spcBef>
                <a:spcPts val="0"/>
              </a:spcBef>
              <a:spcAft>
                <a:spcPts val="0"/>
              </a:spcAft>
              <a:buNone/>
            </a:pPr>
            <a:endParaRPr sz="1700" b="1">
              <a:solidFill>
                <a:srgbClr val="030712"/>
              </a:solidFill>
            </a:endParaRPr>
          </a:p>
          <a:p>
            <a:pPr marL="0" lvl="0" indent="0" algn="l" rtl="0">
              <a:lnSpc>
                <a:spcPct val="115000"/>
              </a:lnSpc>
              <a:spcBef>
                <a:spcPts val="400"/>
              </a:spcBef>
              <a:spcAft>
                <a:spcPts val="0"/>
              </a:spcAft>
              <a:buNone/>
            </a:pPr>
            <a:r>
              <a:rPr lang="en" sz="1100">
                <a:solidFill>
                  <a:srgbClr val="030712"/>
                </a:solidFill>
              </a:rPr>
              <a:t>                                                                       </a:t>
            </a:r>
            <a:r>
              <a:rPr lang="en">
                <a:solidFill>
                  <a:srgbClr val="030712"/>
                </a:solidFill>
              </a:rPr>
              <a:t>   (Turing test)                                     (Rational agent)</a:t>
            </a:r>
            <a:endParaRPr sz="1100">
              <a:solidFill>
                <a:schemeClr val="dk1"/>
              </a:solidFill>
            </a:endParaRPr>
          </a:p>
        </p:txBody>
      </p:sp>
      <p:sp>
        <p:nvSpPr>
          <p:cNvPr id="575" name="Google Shape;575;p107"/>
          <p:cNvSpPr txBox="1"/>
          <p:nvPr/>
        </p:nvSpPr>
        <p:spPr>
          <a:xfrm>
            <a:off x="6940650" y="4741575"/>
            <a:ext cx="2156100" cy="323100"/>
          </a:xfrm>
          <a:prstGeom prst="rect">
            <a:avLst/>
          </a:prstGeom>
          <a:noFill/>
          <a:ln>
            <a:noFill/>
          </a:ln>
        </p:spPr>
        <p:txBody>
          <a:bodyPr spcFirstLastPara="1" wrap="square" lIns="91425" tIns="91425" rIns="91425" bIns="91425" anchor="t" anchorCtr="0">
            <a:spAutoFit/>
          </a:bodyPr>
          <a:lstStyle/>
          <a:p>
            <a:pPr marL="0" lvl="0" indent="0" algn="r" rtl="0">
              <a:lnSpc>
                <a:spcPct val="115000"/>
              </a:lnSpc>
              <a:spcBef>
                <a:spcPts val="0"/>
              </a:spcBef>
              <a:spcAft>
                <a:spcPts val="0"/>
              </a:spcAft>
              <a:buNone/>
            </a:pPr>
            <a:r>
              <a:rPr lang="en" sz="900"/>
              <a:t>based on Russell &amp; Norvig, 2009</a:t>
            </a:r>
            <a:endParaRPr sz="600">
              <a:solidFill>
                <a:srgbClr val="0000FF"/>
              </a:solidFill>
            </a:endParaRPr>
          </a:p>
        </p:txBody>
      </p:sp>
      <p:sp>
        <p:nvSpPr>
          <p:cNvPr id="576" name="Google Shape;576;p107"/>
          <p:cNvSpPr/>
          <p:nvPr/>
        </p:nvSpPr>
        <p:spPr>
          <a:xfrm>
            <a:off x="2468425" y="1673425"/>
            <a:ext cx="5799000" cy="2818500"/>
          </a:xfrm>
          <a:prstGeom prst="rect">
            <a:avLst/>
          </a:prstGeom>
          <a:noFill/>
          <a:ln w="7620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577" name="Google Shape;577;p107"/>
          <p:cNvCxnSpPr>
            <a:stCxn id="576" idx="1"/>
            <a:endCxn id="576" idx="3"/>
          </p:cNvCxnSpPr>
          <p:nvPr/>
        </p:nvCxnSpPr>
        <p:spPr>
          <a:xfrm>
            <a:off x="2468425" y="3082675"/>
            <a:ext cx="5799000" cy="0"/>
          </a:xfrm>
          <a:prstGeom prst="straightConnector1">
            <a:avLst/>
          </a:prstGeom>
          <a:noFill/>
          <a:ln w="76200" cap="flat" cmpd="sng">
            <a:solidFill>
              <a:srgbClr val="B7B7B7"/>
            </a:solidFill>
            <a:prstDash val="solid"/>
            <a:round/>
            <a:headEnd type="none" w="med" len="med"/>
            <a:tailEnd type="none" w="med" len="med"/>
          </a:ln>
        </p:spPr>
      </p:cxnSp>
      <p:cxnSp>
        <p:nvCxnSpPr>
          <p:cNvPr id="578" name="Google Shape;578;p107"/>
          <p:cNvCxnSpPr>
            <a:stCxn id="576" idx="0"/>
            <a:endCxn id="576" idx="2"/>
          </p:cNvCxnSpPr>
          <p:nvPr/>
        </p:nvCxnSpPr>
        <p:spPr>
          <a:xfrm>
            <a:off x="5367925" y="1673425"/>
            <a:ext cx="0" cy="2818500"/>
          </a:xfrm>
          <a:prstGeom prst="straightConnector1">
            <a:avLst/>
          </a:prstGeom>
          <a:noFill/>
          <a:ln w="76200" cap="flat" cmpd="sng">
            <a:solidFill>
              <a:srgbClr val="B7B7B7"/>
            </a:solidFill>
            <a:prstDash val="solid"/>
            <a:round/>
            <a:headEnd type="none" w="med" len="med"/>
            <a:tailEnd type="none" w="med" len="med"/>
          </a:ln>
        </p:spPr>
      </p:cxnSp>
      <p:pic>
        <p:nvPicPr>
          <p:cNvPr id="579" name="Google Shape;579;p107"/>
          <p:cNvPicPr preferRelativeResize="0"/>
          <p:nvPr/>
        </p:nvPicPr>
        <p:blipFill>
          <a:blip r:embed="rId3">
            <a:alphaModFix amt="50000"/>
          </a:blip>
          <a:stretch>
            <a:fillRect/>
          </a:stretch>
        </p:blipFill>
        <p:spPr>
          <a:xfrm>
            <a:off x="201860" y="3936269"/>
            <a:ext cx="827433" cy="1049252"/>
          </a:xfrm>
          <a:prstGeom prst="rect">
            <a:avLst/>
          </a:prstGeom>
          <a:noFill/>
          <a:ln>
            <a:noFill/>
          </a:ln>
        </p:spPr>
      </p:pic>
      <p:sp>
        <p:nvSpPr>
          <p:cNvPr id="580" name="Google Shape;580;p107"/>
          <p:cNvSpPr txBox="1"/>
          <p:nvPr/>
        </p:nvSpPr>
        <p:spPr>
          <a:xfrm>
            <a:off x="76194" y="4924581"/>
            <a:ext cx="1222500" cy="27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600">
                <a:solidFill>
                  <a:srgbClr val="0000FF"/>
                </a:solidFill>
                <a:uFill>
                  <a:noFill/>
                </a:uFill>
                <a:hlinkClick r:id="rId4">
                  <a:extLst>
                    <a:ext uri="{A12FA001-AC4F-418D-AE19-62706E023703}">
                      <ahyp:hlinkClr xmlns:ahyp="http://schemas.microsoft.com/office/drawing/2018/hyperlinkcolor" val="tx"/>
                    </a:ext>
                  </a:extLst>
                </a:hlinkClick>
              </a:rPr>
              <a:t>https://aima.cs.berkeley.edu</a:t>
            </a:r>
            <a:endParaRPr sz="600">
              <a:solidFill>
                <a:srgbClr val="0000FF"/>
              </a:solidFill>
            </a:endParaRPr>
          </a:p>
        </p:txBody>
      </p:sp>
      <p:grpSp>
        <p:nvGrpSpPr>
          <p:cNvPr id="581" name="Google Shape;581;p107"/>
          <p:cNvGrpSpPr/>
          <p:nvPr/>
        </p:nvGrpSpPr>
        <p:grpSpPr>
          <a:xfrm>
            <a:off x="1887825" y="2307010"/>
            <a:ext cx="2973876" cy="2148343"/>
            <a:chOff x="1887825" y="2307010"/>
            <a:chExt cx="2973876" cy="2148343"/>
          </a:xfrm>
        </p:grpSpPr>
        <p:pic>
          <p:nvPicPr>
            <p:cNvPr id="582" name="Google Shape;582;p107"/>
            <p:cNvPicPr preferRelativeResize="0"/>
            <p:nvPr/>
          </p:nvPicPr>
          <p:blipFill>
            <a:blip r:embed="rId5">
              <a:alphaModFix/>
            </a:blip>
            <a:stretch>
              <a:fillRect/>
            </a:stretch>
          </p:blipFill>
          <p:spPr>
            <a:xfrm>
              <a:off x="2098925" y="2447450"/>
              <a:ext cx="827450" cy="1240640"/>
            </a:xfrm>
            <a:prstGeom prst="rect">
              <a:avLst/>
            </a:prstGeom>
            <a:noFill/>
            <a:ln w="9525" cap="flat" cmpd="sng">
              <a:solidFill>
                <a:srgbClr val="000000"/>
              </a:solidFill>
              <a:prstDash val="solid"/>
              <a:round/>
              <a:headEnd type="none" w="sm" len="sm"/>
              <a:tailEnd type="none" w="sm" len="sm"/>
            </a:ln>
          </p:spPr>
        </p:pic>
        <p:sp>
          <p:nvSpPr>
            <p:cNvPr id="583" name="Google Shape;583;p107"/>
            <p:cNvSpPr txBox="1"/>
            <p:nvPr/>
          </p:nvSpPr>
          <p:spPr>
            <a:xfrm>
              <a:off x="1887825" y="3704150"/>
              <a:ext cx="1193100" cy="276900"/>
            </a:xfrm>
            <a:prstGeom prst="rect">
              <a:avLst/>
            </a:prstGeom>
            <a:solidFill>
              <a:srgbClr val="FFFFFF"/>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solidFill>
                    <a:srgbClr val="0000FF"/>
                  </a:solidFill>
                  <a:uFill>
                    <a:noFill/>
                  </a:uFill>
                  <a:hlinkClick r:id="rId6">
                    <a:extLst>
                      <a:ext uri="{A12FA001-AC4F-418D-AE19-62706E023703}">
                        <ahyp:hlinkClr xmlns:ahyp="http://schemas.microsoft.com/office/drawing/2018/hyperlinkcolor" val="tx"/>
                      </a:ext>
                    </a:extLst>
                  </a:hlinkClick>
                </a:rPr>
                <a:t>https://youtu.be/3IPQ-qfDg_I</a:t>
              </a:r>
              <a:endParaRPr sz="600">
                <a:solidFill>
                  <a:srgbClr val="0000FF"/>
                </a:solidFill>
              </a:endParaRPr>
            </a:p>
          </p:txBody>
        </p:sp>
        <p:sp>
          <p:nvSpPr>
            <p:cNvPr id="584" name="Google Shape;584;p107"/>
            <p:cNvSpPr txBox="1"/>
            <p:nvPr/>
          </p:nvSpPr>
          <p:spPr>
            <a:xfrm>
              <a:off x="3351350" y="3654953"/>
              <a:ext cx="1408200" cy="800400"/>
            </a:xfrm>
            <a:prstGeom prst="rect">
              <a:avLst/>
            </a:prstGeom>
            <a:solidFill>
              <a:srgbClr val="FFFFFF"/>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solidFill>
                    <a:srgbClr val="FF0000"/>
                  </a:solidFill>
                </a:rPr>
                <a:t>Interoception</a:t>
              </a:r>
              <a:endParaRPr sz="1000" b="1">
                <a:solidFill>
                  <a:srgbClr val="FF0000"/>
                </a:solidFill>
              </a:endParaRPr>
            </a:p>
            <a:p>
              <a:pPr marL="0" lvl="0" indent="0" algn="ctr" rtl="0">
                <a:spcBef>
                  <a:spcPts val="0"/>
                </a:spcBef>
                <a:spcAft>
                  <a:spcPts val="0"/>
                </a:spcAft>
                <a:buNone/>
              </a:pPr>
              <a:r>
                <a:rPr lang="en" sz="1000" b="1">
                  <a:solidFill>
                    <a:srgbClr val="FF0000"/>
                  </a:solidFill>
                </a:rPr>
                <a:t>Feelings</a:t>
              </a:r>
              <a:endParaRPr sz="1000" b="1">
                <a:solidFill>
                  <a:srgbClr val="FF0000"/>
                </a:solidFill>
              </a:endParaRPr>
            </a:p>
            <a:p>
              <a:pPr marL="0" lvl="0" indent="0" algn="ctr" rtl="0">
                <a:spcBef>
                  <a:spcPts val="0"/>
                </a:spcBef>
                <a:spcAft>
                  <a:spcPts val="0"/>
                </a:spcAft>
                <a:buNone/>
              </a:pPr>
              <a:r>
                <a:rPr lang="en" sz="1000" b="1">
                  <a:solidFill>
                    <a:srgbClr val="FF0000"/>
                  </a:solidFill>
                </a:rPr>
                <a:t>Consciousness</a:t>
              </a:r>
              <a:endParaRPr sz="1000" b="1">
                <a:solidFill>
                  <a:srgbClr val="FF0000"/>
                </a:solidFill>
              </a:endParaRPr>
            </a:p>
            <a:p>
              <a:pPr marL="0" lvl="0" indent="0" algn="ctr" rtl="0">
                <a:spcBef>
                  <a:spcPts val="0"/>
                </a:spcBef>
                <a:spcAft>
                  <a:spcPts val="0"/>
                </a:spcAft>
                <a:buNone/>
              </a:pPr>
              <a:r>
                <a:rPr lang="en" sz="1000" b="1">
                  <a:solidFill>
                    <a:srgbClr val="FF0000"/>
                  </a:solidFill>
                </a:rPr>
                <a:t>Homeostasis</a:t>
              </a:r>
              <a:endParaRPr sz="1000" b="1">
                <a:solidFill>
                  <a:srgbClr val="FF0000"/>
                </a:solidFill>
              </a:endParaRPr>
            </a:p>
          </p:txBody>
        </p:sp>
        <p:sp>
          <p:nvSpPr>
            <p:cNvPr id="585" name="Google Shape;585;p107"/>
            <p:cNvSpPr txBox="1"/>
            <p:nvPr/>
          </p:nvSpPr>
          <p:spPr>
            <a:xfrm>
              <a:off x="3224601" y="2307010"/>
              <a:ext cx="1637100" cy="708000"/>
            </a:xfrm>
            <a:prstGeom prst="rect">
              <a:avLst/>
            </a:prstGeom>
            <a:solidFill>
              <a:srgbClr val="FFFFFF"/>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FF0000"/>
                  </a:solidFill>
                </a:rPr>
                <a:t>Cognitive neuroscience</a:t>
              </a:r>
              <a:endParaRPr sz="1200" b="1">
                <a:solidFill>
                  <a:srgbClr val="FF0000"/>
                </a:solidFill>
              </a:endParaRPr>
            </a:p>
            <a:p>
              <a:pPr marL="0" lvl="0" indent="0" algn="ctr" rtl="0">
                <a:spcBef>
                  <a:spcPts val="0"/>
                </a:spcBef>
                <a:spcAft>
                  <a:spcPts val="0"/>
                </a:spcAft>
                <a:buNone/>
              </a:pPr>
              <a:endParaRPr sz="1000"/>
            </a:p>
          </p:txBody>
        </p:sp>
      </p:grpSp>
      <p:grpSp>
        <p:nvGrpSpPr>
          <p:cNvPr id="586" name="Google Shape;586;p107"/>
          <p:cNvGrpSpPr/>
          <p:nvPr/>
        </p:nvGrpSpPr>
        <p:grpSpPr>
          <a:xfrm>
            <a:off x="6120575" y="2353600"/>
            <a:ext cx="2812500" cy="1972425"/>
            <a:chOff x="6120575" y="2353600"/>
            <a:chExt cx="2812500" cy="1972425"/>
          </a:xfrm>
        </p:grpSpPr>
        <p:grpSp>
          <p:nvGrpSpPr>
            <p:cNvPr id="587" name="Google Shape;587;p107"/>
            <p:cNvGrpSpPr/>
            <p:nvPr/>
          </p:nvGrpSpPr>
          <p:grpSpPr>
            <a:xfrm>
              <a:off x="7957175" y="2456000"/>
              <a:ext cx="975900" cy="1512750"/>
              <a:chOff x="7957175" y="2456000"/>
              <a:chExt cx="975900" cy="1512750"/>
            </a:xfrm>
          </p:grpSpPr>
          <p:pic>
            <p:nvPicPr>
              <p:cNvPr id="588" name="Google Shape;588;p107"/>
              <p:cNvPicPr preferRelativeResize="0"/>
              <p:nvPr/>
            </p:nvPicPr>
            <p:blipFill>
              <a:blip r:embed="rId7">
                <a:alphaModFix/>
              </a:blip>
              <a:stretch>
                <a:fillRect/>
              </a:stretch>
            </p:blipFill>
            <p:spPr>
              <a:xfrm>
                <a:off x="8022455" y="2456000"/>
                <a:ext cx="827451" cy="1223547"/>
              </a:xfrm>
              <a:prstGeom prst="rect">
                <a:avLst/>
              </a:prstGeom>
              <a:noFill/>
              <a:ln w="9525" cap="flat" cmpd="sng">
                <a:solidFill>
                  <a:srgbClr val="000000"/>
                </a:solidFill>
                <a:prstDash val="solid"/>
                <a:round/>
                <a:headEnd type="none" w="sm" len="sm"/>
                <a:tailEnd type="none" w="sm" len="sm"/>
              </a:ln>
            </p:spPr>
          </p:pic>
          <p:sp>
            <p:nvSpPr>
              <p:cNvPr id="589" name="Google Shape;589;p107"/>
              <p:cNvSpPr txBox="1"/>
              <p:nvPr/>
            </p:nvSpPr>
            <p:spPr>
              <a:xfrm>
                <a:off x="7957175" y="3691850"/>
                <a:ext cx="975900" cy="276900"/>
              </a:xfrm>
              <a:prstGeom prst="rect">
                <a:avLst/>
              </a:prstGeom>
              <a:solidFill>
                <a:srgbClr val="FFFFFF"/>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solidFill>
                      <a:srgbClr val="0000FF"/>
                    </a:solidFill>
                    <a:uFill>
                      <a:noFill/>
                    </a:uFill>
                    <a:hlinkClick r:id="rId8">
                      <a:extLst>
                        <a:ext uri="{A12FA001-AC4F-418D-AE19-62706E023703}">
                          <ahyp:hlinkClr xmlns:ahyp="http://schemas.microsoft.com/office/drawing/2018/hyperlinkcolor" val="tx"/>
                        </a:ext>
                      </a:extLst>
                    </a:hlinkClick>
                  </a:rPr>
                  <a:t>https://co-existence.ai</a:t>
                </a:r>
                <a:endParaRPr sz="600">
                  <a:solidFill>
                    <a:srgbClr val="0000FF"/>
                  </a:solidFill>
                </a:endParaRPr>
              </a:p>
            </p:txBody>
          </p:sp>
        </p:grpSp>
        <p:sp>
          <p:nvSpPr>
            <p:cNvPr id="590" name="Google Shape;590;p107"/>
            <p:cNvSpPr txBox="1"/>
            <p:nvPr/>
          </p:nvSpPr>
          <p:spPr>
            <a:xfrm>
              <a:off x="6120575" y="2353600"/>
              <a:ext cx="1530000" cy="554100"/>
            </a:xfrm>
            <a:prstGeom prst="rect">
              <a:avLst/>
            </a:prstGeom>
            <a:solidFill>
              <a:srgbClr val="FFFFFF"/>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FF0000"/>
                  </a:solidFill>
                </a:rPr>
                <a:t>AI-reasoning</a:t>
              </a:r>
              <a:endParaRPr sz="1200" b="1">
                <a:solidFill>
                  <a:srgbClr val="FF0000"/>
                </a:solidFill>
              </a:endParaRPr>
            </a:p>
            <a:p>
              <a:pPr marL="0" lvl="0" indent="0" algn="ctr" rtl="0">
                <a:spcBef>
                  <a:spcPts val="0"/>
                </a:spcBef>
                <a:spcAft>
                  <a:spcPts val="0"/>
                </a:spcAft>
                <a:buNone/>
              </a:pPr>
              <a:r>
                <a:rPr lang="en" sz="1200" b="1">
                  <a:solidFill>
                    <a:srgbClr val="FF0000"/>
                  </a:solidFill>
                </a:rPr>
                <a:t>Human judgement</a:t>
              </a:r>
              <a:endParaRPr sz="1200" b="1">
                <a:solidFill>
                  <a:srgbClr val="FF0000"/>
                </a:solidFill>
              </a:endParaRPr>
            </a:p>
          </p:txBody>
        </p:sp>
        <p:sp>
          <p:nvSpPr>
            <p:cNvPr id="591" name="Google Shape;591;p107"/>
            <p:cNvSpPr txBox="1"/>
            <p:nvPr/>
          </p:nvSpPr>
          <p:spPr>
            <a:xfrm>
              <a:off x="6168500" y="3771925"/>
              <a:ext cx="1530000" cy="554100"/>
            </a:xfrm>
            <a:prstGeom prst="rect">
              <a:avLst/>
            </a:prstGeom>
            <a:solidFill>
              <a:srgbClr val="FFFFFF"/>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FF0000"/>
                  </a:solidFill>
                </a:rPr>
                <a:t>Human-AI</a:t>
              </a:r>
              <a:endParaRPr sz="1200" b="1">
                <a:solidFill>
                  <a:srgbClr val="FF0000"/>
                </a:solidFill>
              </a:endParaRPr>
            </a:p>
            <a:p>
              <a:pPr marL="0" lvl="0" indent="0" algn="ctr" rtl="0">
                <a:spcBef>
                  <a:spcPts val="0"/>
                </a:spcBef>
                <a:spcAft>
                  <a:spcPts val="0"/>
                </a:spcAft>
                <a:buNone/>
              </a:pPr>
              <a:r>
                <a:rPr lang="en" sz="1200" b="1">
                  <a:solidFill>
                    <a:srgbClr val="FF0000"/>
                  </a:solidFill>
                </a:rPr>
                <a:t>collaboration</a:t>
              </a:r>
              <a:endParaRPr sz="1200" b="1">
                <a:solidFill>
                  <a:srgbClr val="FF0000"/>
                </a:solidFill>
              </a:endParaRPr>
            </a:p>
          </p:txBody>
        </p:sp>
      </p:grpSp>
      <p:grpSp>
        <p:nvGrpSpPr>
          <p:cNvPr id="592" name="Google Shape;592;p107"/>
          <p:cNvGrpSpPr/>
          <p:nvPr/>
        </p:nvGrpSpPr>
        <p:grpSpPr>
          <a:xfrm>
            <a:off x="294025" y="70325"/>
            <a:ext cx="6268707" cy="911725"/>
            <a:chOff x="294025" y="70325"/>
            <a:chExt cx="6268707" cy="911725"/>
          </a:xfrm>
        </p:grpSpPr>
        <p:grpSp>
          <p:nvGrpSpPr>
            <p:cNvPr id="593" name="Google Shape;593;p107"/>
            <p:cNvGrpSpPr/>
            <p:nvPr/>
          </p:nvGrpSpPr>
          <p:grpSpPr>
            <a:xfrm>
              <a:off x="3120986" y="70325"/>
              <a:ext cx="3441746" cy="911725"/>
              <a:chOff x="3120986" y="70325"/>
              <a:chExt cx="3441746" cy="911725"/>
            </a:xfrm>
          </p:grpSpPr>
          <p:pic>
            <p:nvPicPr>
              <p:cNvPr id="594" name="Google Shape;594;p107"/>
              <p:cNvPicPr preferRelativeResize="0"/>
              <p:nvPr/>
            </p:nvPicPr>
            <p:blipFill>
              <a:blip r:embed="rId9">
                <a:alphaModFix/>
              </a:blip>
              <a:stretch>
                <a:fillRect/>
              </a:stretch>
            </p:blipFill>
            <p:spPr>
              <a:xfrm>
                <a:off x="5159119" y="110700"/>
                <a:ext cx="1403613" cy="346775"/>
              </a:xfrm>
              <a:prstGeom prst="rect">
                <a:avLst/>
              </a:prstGeom>
              <a:noFill/>
              <a:ln>
                <a:noFill/>
              </a:ln>
            </p:spPr>
          </p:pic>
          <p:pic>
            <p:nvPicPr>
              <p:cNvPr id="595" name="Google Shape;595;p107">
                <a:hlinkClick r:id="rId10"/>
              </p:cNvPr>
              <p:cNvPicPr preferRelativeResize="0"/>
              <p:nvPr/>
            </p:nvPicPr>
            <p:blipFill>
              <a:blip r:embed="rId11">
                <a:alphaModFix/>
              </a:blip>
              <a:stretch>
                <a:fillRect/>
              </a:stretch>
            </p:blipFill>
            <p:spPr>
              <a:xfrm>
                <a:off x="4801525" y="70325"/>
                <a:ext cx="357612" cy="346775"/>
              </a:xfrm>
              <a:prstGeom prst="rect">
                <a:avLst/>
              </a:prstGeom>
              <a:noFill/>
              <a:ln>
                <a:noFill/>
              </a:ln>
            </p:spPr>
          </p:pic>
          <p:pic>
            <p:nvPicPr>
              <p:cNvPr id="596" name="Google Shape;596;p107">
                <a:hlinkClick r:id="rId12"/>
              </p:cNvPr>
              <p:cNvPicPr preferRelativeResize="0"/>
              <p:nvPr/>
            </p:nvPicPr>
            <p:blipFill>
              <a:blip r:embed="rId13">
                <a:alphaModFix/>
              </a:blip>
              <a:stretch>
                <a:fillRect/>
              </a:stretch>
            </p:blipFill>
            <p:spPr>
              <a:xfrm>
                <a:off x="3120986" y="92850"/>
                <a:ext cx="1466375" cy="889200"/>
              </a:xfrm>
              <a:prstGeom prst="rect">
                <a:avLst/>
              </a:prstGeom>
              <a:noFill/>
              <a:ln w="19050" cap="flat" cmpd="sng">
                <a:solidFill>
                  <a:srgbClr val="0000FF"/>
                </a:solidFill>
                <a:prstDash val="solid"/>
                <a:round/>
                <a:headEnd type="none" w="sm" len="sm"/>
                <a:tailEnd type="none" w="sm" len="sm"/>
              </a:ln>
            </p:spPr>
          </p:pic>
          <p:sp>
            <p:nvSpPr>
              <p:cNvPr id="597" name="Google Shape;597;p107"/>
              <p:cNvSpPr txBox="1"/>
              <p:nvPr/>
            </p:nvSpPr>
            <p:spPr>
              <a:xfrm>
                <a:off x="5423682" y="300625"/>
                <a:ext cx="7437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0000FF"/>
                    </a:solidFill>
                    <a:uFill>
                      <a:noFill/>
                    </a:uFill>
                    <a:hlinkClick r:id="rId10">
                      <a:extLst>
                        <a:ext uri="{A12FA001-AC4F-418D-AE19-62706E023703}">
                          <ahyp:hlinkClr xmlns:ahyp="http://schemas.microsoft.com/office/drawing/2018/hyperlinkcolor" val="tx"/>
                        </a:ext>
                      </a:extLst>
                    </a:hlinkClick>
                  </a:rPr>
                  <a:t>https://x.ai</a:t>
                </a:r>
                <a:endParaRPr sz="800">
                  <a:solidFill>
                    <a:srgbClr val="0000FF"/>
                  </a:solidFill>
                </a:endParaRPr>
              </a:p>
            </p:txBody>
          </p:sp>
        </p:grpSp>
        <p:sp>
          <p:nvSpPr>
            <p:cNvPr id="598" name="Google Shape;598;p107"/>
            <p:cNvSpPr txBox="1"/>
            <p:nvPr/>
          </p:nvSpPr>
          <p:spPr>
            <a:xfrm>
              <a:off x="294025" y="236244"/>
              <a:ext cx="27480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300" b="1"/>
                <a:t>Super intelligence</a:t>
              </a:r>
              <a:endParaRPr sz="2300" b="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pic>
        <p:nvPicPr>
          <p:cNvPr id="603" name="Google Shape;603;p108"/>
          <p:cNvPicPr preferRelativeResize="0"/>
          <p:nvPr/>
        </p:nvPicPr>
        <p:blipFill>
          <a:blip r:embed="rId3">
            <a:alphaModFix/>
          </a:blip>
          <a:stretch>
            <a:fillRect/>
          </a:stretch>
        </p:blipFill>
        <p:spPr>
          <a:xfrm>
            <a:off x="172625" y="1941187"/>
            <a:ext cx="2179611" cy="1462187"/>
          </a:xfrm>
          <a:prstGeom prst="rect">
            <a:avLst/>
          </a:prstGeom>
          <a:noFill/>
          <a:ln>
            <a:noFill/>
          </a:ln>
        </p:spPr>
      </p:pic>
      <p:pic>
        <p:nvPicPr>
          <p:cNvPr id="604" name="Google Shape;604;p108"/>
          <p:cNvPicPr preferRelativeResize="0"/>
          <p:nvPr/>
        </p:nvPicPr>
        <p:blipFill>
          <a:blip r:embed="rId4">
            <a:alphaModFix/>
          </a:blip>
          <a:stretch>
            <a:fillRect/>
          </a:stretch>
        </p:blipFill>
        <p:spPr>
          <a:xfrm>
            <a:off x="172625" y="3436575"/>
            <a:ext cx="2123626" cy="1662900"/>
          </a:xfrm>
          <a:prstGeom prst="rect">
            <a:avLst/>
          </a:prstGeom>
          <a:noFill/>
          <a:ln>
            <a:noFill/>
          </a:ln>
        </p:spPr>
      </p:pic>
      <p:grpSp>
        <p:nvGrpSpPr>
          <p:cNvPr id="605" name="Google Shape;605;p108"/>
          <p:cNvGrpSpPr/>
          <p:nvPr/>
        </p:nvGrpSpPr>
        <p:grpSpPr>
          <a:xfrm>
            <a:off x="146542" y="152400"/>
            <a:ext cx="3895367" cy="1745525"/>
            <a:chOff x="146542" y="152400"/>
            <a:chExt cx="3895367" cy="1745525"/>
          </a:xfrm>
        </p:grpSpPr>
        <p:pic>
          <p:nvPicPr>
            <p:cNvPr id="606" name="Google Shape;606;p108"/>
            <p:cNvPicPr preferRelativeResize="0"/>
            <p:nvPr/>
          </p:nvPicPr>
          <p:blipFill>
            <a:blip r:embed="rId5">
              <a:alphaModFix/>
            </a:blip>
            <a:stretch>
              <a:fillRect/>
            </a:stretch>
          </p:blipFill>
          <p:spPr>
            <a:xfrm>
              <a:off x="152400" y="152400"/>
              <a:ext cx="3830900" cy="658650"/>
            </a:xfrm>
            <a:prstGeom prst="rect">
              <a:avLst/>
            </a:prstGeom>
            <a:noFill/>
            <a:ln>
              <a:noFill/>
            </a:ln>
          </p:spPr>
        </p:pic>
        <p:pic>
          <p:nvPicPr>
            <p:cNvPr id="607" name="Google Shape;607;p108"/>
            <p:cNvPicPr preferRelativeResize="0"/>
            <p:nvPr/>
          </p:nvPicPr>
          <p:blipFill>
            <a:blip r:embed="rId6">
              <a:alphaModFix/>
            </a:blip>
            <a:stretch>
              <a:fillRect/>
            </a:stretch>
          </p:blipFill>
          <p:spPr>
            <a:xfrm>
              <a:off x="146542" y="963450"/>
              <a:ext cx="3657425" cy="934475"/>
            </a:xfrm>
            <a:prstGeom prst="rect">
              <a:avLst/>
            </a:prstGeom>
            <a:noFill/>
            <a:ln w="9525" cap="flat" cmpd="sng">
              <a:solidFill>
                <a:srgbClr val="CCCCCC"/>
              </a:solidFill>
              <a:prstDash val="solid"/>
              <a:round/>
              <a:headEnd type="none" w="sm" len="sm"/>
              <a:tailEnd type="none" w="sm" len="sm"/>
            </a:ln>
          </p:spPr>
        </p:pic>
        <p:pic>
          <p:nvPicPr>
            <p:cNvPr id="608" name="Google Shape;608;p108">
              <a:hlinkClick r:id="rId7"/>
            </p:cNvPr>
            <p:cNvPicPr preferRelativeResize="0"/>
            <p:nvPr/>
          </p:nvPicPr>
          <p:blipFill>
            <a:blip r:embed="rId8">
              <a:alphaModFix/>
            </a:blip>
            <a:stretch>
              <a:fillRect/>
            </a:stretch>
          </p:blipFill>
          <p:spPr>
            <a:xfrm>
              <a:off x="1710550" y="723750"/>
              <a:ext cx="1282775" cy="133350"/>
            </a:xfrm>
            <a:prstGeom prst="rect">
              <a:avLst/>
            </a:prstGeom>
            <a:noFill/>
            <a:ln w="9525" cap="flat" cmpd="sng">
              <a:solidFill>
                <a:srgbClr val="0000FF"/>
              </a:solidFill>
              <a:prstDash val="solid"/>
              <a:round/>
              <a:headEnd type="none" w="sm" len="sm"/>
              <a:tailEnd type="none" w="sm" len="sm"/>
            </a:ln>
          </p:spPr>
        </p:pic>
        <p:sp>
          <p:nvSpPr>
            <p:cNvPr id="609" name="Google Shape;609;p108"/>
            <p:cNvSpPr txBox="1"/>
            <p:nvPr/>
          </p:nvSpPr>
          <p:spPr>
            <a:xfrm>
              <a:off x="2952309" y="644344"/>
              <a:ext cx="10896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highlight>
                    <a:srgbClr val="FFFFFF"/>
                  </a:highlight>
                </a:rPr>
                <a:t>26 October 2026</a:t>
              </a:r>
              <a:endParaRPr sz="800"/>
            </a:p>
          </p:txBody>
        </p:sp>
      </p:grpSp>
      <p:grpSp>
        <p:nvGrpSpPr>
          <p:cNvPr id="610" name="Google Shape;610;p108"/>
          <p:cNvGrpSpPr/>
          <p:nvPr/>
        </p:nvGrpSpPr>
        <p:grpSpPr>
          <a:xfrm>
            <a:off x="4399175" y="12675"/>
            <a:ext cx="4112203" cy="1932112"/>
            <a:chOff x="4399175" y="12675"/>
            <a:chExt cx="4112203" cy="1932112"/>
          </a:xfrm>
        </p:grpSpPr>
        <p:pic>
          <p:nvPicPr>
            <p:cNvPr id="611" name="Google Shape;611;p108"/>
            <p:cNvPicPr preferRelativeResize="0"/>
            <p:nvPr/>
          </p:nvPicPr>
          <p:blipFill>
            <a:blip r:embed="rId9">
              <a:alphaModFix/>
            </a:blip>
            <a:stretch>
              <a:fillRect/>
            </a:stretch>
          </p:blipFill>
          <p:spPr>
            <a:xfrm>
              <a:off x="4484579" y="432112"/>
              <a:ext cx="4026799" cy="1512675"/>
            </a:xfrm>
            <a:prstGeom prst="rect">
              <a:avLst/>
            </a:prstGeom>
            <a:noFill/>
            <a:ln>
              <a:noFill/>
            </a:ln>
          </p:spPr>
        </p:pic>
        <p:sp>
          <p:nvSpPr>
            <p:cNvPr id="612" name="Google Shape;612;p108"/>
            <p:cNvSpPr txBox="1"/>
            <p:nvPr/>
          </p:nvSpPr>
          <p:spPr>
            <a:xfrm>
              <a:off x="4399175" y="52725"/>
              <a:ext cx="12303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Paper &amp; Code: </a:t>
              </a:r>
              <a:endParaRPr sz="1000">
                <a:solidFill>
                  <a:srgbClr val="0000FF"/>
                </a:solidFill>
              </a:endParaRPr>
            </a:p>
          </p:txBody>
        </p:sp>
        <p:sp>
          <p:nvSpPr>
            <p:cNvPr id="613" name="Google Shape;613;p108"/>
            <p:cNvSpPr txBox="1"/>
            <p:nvPr/>
          </p:nvSpPr>
          <p:spPr>
            <a:xfrm>
              <a:off x="5547303" y="12675"/>
              <a:ext cx="2366700" cy="449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800">
                  <a:solidFill>
                    <a:srgbClr val="0000FF"/>
                  </a:solidFill>
                  <a:uFill>
                    <a:noFill/>
                  </a:uFill>
                  <a:hlinkClick r:id="rId10">
                    <a:extLst>
                      <a:ext uri="{A12FA001-AC4F-418D-AE19-62706E023703}">
                        <ahyp:hlinkClr xmlns:ahyp="http://schemas.microsoft.com/office/drawing/2018/hyperlinkcolor" val="tx"/>
                      </a:ext>
                    </a:extLst>
                  </a:hlinkClick>
                </a:rPr>
                <a:t>https://kreimanlab.com/code/testing-turing-tests</a:t>
              </a:r>
              <a:r>
                <a:rPr lang="en" sz="800">
                  <a:solidFill>
                    <a:srgbClr val="0000FF"/>
                  </a:solidFill>
                </a:rPr>
                <a:t> </a:t>
              </a:r>
              <a:endParaRPr sz="800">
                <a:solidFill>
                  <a:srgbClr val="0000FF"/>
                </a:solidFill>
              </a:endParaRPr>
            </a:p>
            <a:p>
              <a:pPr marL="0" lvl="0" indent="0" algn="l" rtl="0">
                <a:lnSpc>
                  <a:spcPct val="115000"/>
                </a:lnSpc>
                <a:spcBef>
                  <a:spcPts val="0"/>
                </a:spcBef>
                <a:spcAft>
                  <a:spcPts val="0"/>
                </a:spcAft>
                <a:buNone/>
              </a:pPr>
              <a:r>
                <a:rPr lang="en" sz="800">
                  <a:solidFill>
                    <a:srgbClr val="0000FF"/>
                  </a:solidFill>
                  <a:uFill>
                    <a:noFill/>
                  </a:uFill>
                  <a:hlinkClick r:id="rId11">
                    <a:extLst>
                      <a:ext uri="{A12FA001-AC4F-418D-AE19-62706E023703}">
                        <ahyp:hlinkClr xmlns:ahyp="http://schemas.microsoft.com/office/drawing/2018/hyperlinkcolor" val="tx"/>
                      </a:ext>
                    </a:extLst>
                  </a:hlinkClick>
                </a:rPr>
                <a:t>https://github.com/kreimanlab/TuringTest</a:t>
              </a:r>
              <a:endParaRPr sz="800">
                <a:solidFill>
                  <a:srgbClr val="0000FF"/>
                </a:solidFill>
              </a:endParaRPr>
            </a:p>
          </p:txBody>
        </p:sp>
      </p:grpSp>
      <p:sp>
        <p:nvSpPr>
          <p:cNvPr id="614" name="Google Shape;614;p108"/>
          <p:cNvSpPr txBox="1"/>
          <p:nvPr/>
        </p:nvSpPr>
        <p:spPr>
          <a:xfrm>
            <a:off x="2513000" y="2250300"/>
            <a:ext cx="6379200" cy="26475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1200"/>
              </a:spcBef>
              <a:spcAft>
                <a:spcPts val="0"/>
              </a:spcAft>
              <a:buNone/>
            </a:pPr>
            <a:r>
              <a:rPr lang="en" sz="1100" b="1">
                <a:solidFill>
                  <a:schemeClr val="dk1"/>
                </a:solidFill>
              </a:rPr>
              <a:t>Design:</a:t>
            </a:r>
            <a:r>
              <a:rPr lang="en" sz="1100">
                <a:solidFill>
                  <a:schemeClr val="dk1"/>
                </a:solidFill>
              </a:rPr>
              <a:t> 636 humans and </a:t>
            </a:r>
            <a:r>
              <a:rPr lang="en" sz="1100" u="sng">
                <a:solidFill>
                  <a:schemeClr val="dk1"/>
                </a:solidFill>
              </a:rPr>
              <a:t>37 AI models</a:t>
            </a:r>
            <a:r>
              <a:rPr lang="en" sz="1100">
                <a:solidFill>
                  <a:schemeClr val="dk1"/>
                </a:solidFill>
              </a:rPr>
              <a:t> answered six language and vision tasks, and </a:t>
            </a:r>
            <a:r>
              <a:rPr lang="en" sz="1100" u="sng">
                <a:solidFill>
                  <a:schemeClr val="dk1"/>
                </a:solidFill>
              </a:rPr>
              <a:t>over 72,000 Turing-like tests</a:t>
            </a:r>
            <a:r>
              <a:rPr lang="en" sz="1100">
                <a:solidFill>
                  <a:schemeClr val="dk1"/>
                </a:solidFill>
              </a:rPr>
              <a:t> checked whether judges could tell them apart</a:t>
            </a:r>
            <a:endParaRPr sz="1100">
              <a:solidFill>
                <a:schemeClr val="dk1"/>
              </a:solidFill>
            </a:endParaRPr>
          </a:p>
          <a:p>
            <a:pPr marL="0" lvl="0" indent="0" algn="l" rtl="0">
              <a:lnSpc>
                <a:spcPct val="100000"/>
              </a:lnSpc>
              <a:spcBef>
                <a:spcPts val="1200"/>
              </a:spcBef>
              <a:spcAft>
                <a:spcPts val="0"/>
              </a:spcAft>
              <a:buNone/>
            </a:pPr>
            <a:r>
              <a:rPr lang="en" sz="1100" b="1">
                <a:solidFill>
                  <a:schemeClr val="dk1"/>
                </a:solidFill>
              </a:rPr>
              <a:t>Human judges:</a:t>
            </a:r>
            <a:r>
              <a:rPr lang="en" sz="1100">
                <a:solidFill>
                  <a:schemeClr val="dk1"/>
                </a:solidFill>
              </a:rPr>
              <a:t> they performed near chance, so AI responses were largely indistinguishable from human ones</a:t>
            </a:r>
            <a:endParaRPr sz="1100">
              <a:solidFill>
                <a:schemeClr val="dk1"/>
              </a:solidFill>
            </a:endParaRPr>
          </a:p>
          <a:p>
            <a:pPr marL="0" lvl="0" indent="0" algn="l" rtl="0">
              <a:lnSpc>
                <a:spcPct val="100000"/>
              </a:lnSpc>
              <a:spcBef>
                <a:spcPts val="1200"/>
              </a:spcBef>
              <a:spcAft>
                <a:spcPts val="0"/>
              </a:spcAft>
              <a:buNone/>
            </a:pPr>
            <a:r>
              <a:rPr lang="en" sz="1100" b="1">
                <a:solidFill>
                  <a:schemeClr val="dk1"/>
                </a:solidFill>
              </a:rPr>
              <a:t>One model for everything:</a:t>
            </a:r>
            <a:r>
              <a:rPr lang="en" sz="1100">
                <a:solidFill>
                  <a:schemeClr val="dk1"/>
                </a:solidFill>
              </a:rPr>
              <a:t> </a:t>
            </a:r>
            <a:r>
              <a:rPr lang="en" sz="1100" u="sng">
                <a:solidFill>
                  <a:schemeClr val="dk1"/>
                </a:solidFill>
              </a:rPr>
              <a:t>GPT-4o</a:t>
            </a:r>
            <a:r>
              <a:rPr lang="en" sz="1100">
                <a:solidFill>
                  <a:schemeClr val="dk1"/>
                </a:solidFill>
              </a:rPr>
              <a:t> matched human-likeness on all six tasks without any task-specific training</a:t>
            </a:r>
            <a:endParaRPr sz="1100">
              <a:solidFill>
                <a:schemeClr val="dk1"/>
              </a:solidFill>
            </a:endParaRPr>
          </a:p>
          <a:p>
            <a:pPr marL="0" lvl="0" indent="0" algn="l" rtl="0">
              <a:lnSpc>
                <a:spcPct val="100000"/>
              </a:lnSpc>
              <a:spcBef>
                <a:spcPts val="1200"/>
              </a:spcBef>
              <a:spcAft>
                <a:spcPts val="0"/>
              </a:spcAft>
              <a:buNone/>
            </a:pPr>
            <a:r>
              <a:rPr lang="en" sz="1100" b="1">
                <a:solidFill>
                  <a:schemeClr val="dk1"/>
                </a:solidFill>
              </a:rPr>
              <a:t>AI judges:</a:t>
            </a:r>
            <a:r>
              <a:rPr lang="en" sz="1100">
                <a:solidFill>
                  <a:schemeClr val="dk1"/>
                </a:solidFill>
              </a:rPr>
              <a:t> simple classifiers detected machine responses far better than people did</a:t>
            </a:r>
            <a:endParaRPr sz="1100">
              <a:solidFill>
                <a:schemeClr val="dk1"/>
              </a:solidFill>
            </a:endParaRPr>
          </a:p>
          <a:p>
            <a:pPr marL="0" lvl="0" indent="0" algn="l" rtl="0">
              <a:lnSpc>
                <a:spcPct val="100000"/>
              </a:lnSpc>
              <a:spcBef>
                <a:spcPts val="1200"/>
              </a:spcBef>
              <a:spcAft>
                <a:spcPts val="0"/>
              </a:spcAft>
              <a:buNone/>
            </a:pPr>
            <a:r>
              <a:rPr lang="en" sz="1100" b="1">
                <a:solidFill>
                  <a:schemeClr val="dk1"/>
                </a:solidFill>
              </a:rPr>
              <a:t>Benchmarks:</a:t>
            </a:r>
            <a:r>
              <a:rPr lang="en" sz="1100">
                <a:solidFill>
                  <a:schemeClr val="dk1"/>
                </a:solidFill>
              </a:rPr>
              <a:t> human-likeness was unrelated to standard accuracy metrics</a:t>
            </a:r>
            <a:endParaRPr sz="1100">
              <a:solidFill>
                <a:schemeClr val="dk1"/>
              </a:solidFill>
            </a:endParaRPr>
          </a:p>
          <a:p>
            <a:pPr marL="0" lvl="0" indent="0" algn="l" rtl="0">
              <a:lnSpc>
                <a:spcPct val="100000"/>
              </a:lnSpc>
              <a:spcBef>
                <a:spcPts val="1200"/>
              </a:spcBef>
              <a:spcAft>
                <a:spcPts val="1200"/>
              </a:spcAft>
              <a:buNone/>
            </a:pPr>
            <a:r>
              <a:rPr lang="en" sz="1100" b="1">
                <a:solidFill>
                  <a:schemeClr val="dk1"/>
                </a:solidFill>
              </a:rPr>
              <a:t>Caveat:</a:t>
            </a:r>
            <a:r>
              <a:rPr lang="en" sz="1100">
                <a:solidFill>
                  <a:schemeClr val="dk1"/>
                </a:solidFill>
              </a:rPr>
              <a:t> most tests were </a:t>
            </a:r>
            <a:r>
              <a:rPr lang="en" sz="1100" u="sng">
                <a:solidFill>
                  <a:schemeClr val="dk1"/>
                </a:solidFill>
              </a:rPr>
              <a:t>passive ratings of pre-collected responses</a:t>
            </a:r>
            <a:r>
              <a:rPr lang="en" sz="1100">
                <a:solidFill>
                  <a:schemeClr val="dk1"/>
                </a:solidFill>
              </a:rPr>
              <a:t>. In live conversations where judges could question the agents, the AI was much easier to spot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1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109"/>
          <p:cNvSpPr txBox="1"/>
          <p:nvPr/>
        </p:nvSpPr>
        <p:spPr>
          <a:xfrm>
            <a:off x="529350" y="232625"/>
            <a:ext cx="7853100" cy="17700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1200"/>
              </a:spcBef>
              <a:spcAft>
                <a:spcPts val="0"/>
              </a:spcAft>
              <a:buNone/>
            </a:pPr>
            <a:r>
              <a:rPr lang="en" sz="1600" b="1" i="1">
                <a:highlight>
                  <a:srgbClr val="FFFFFF"/>
                </a:highlight>
              </a:rPr>
              <a:t>The problem of our time is not merely information overload. </a:t>
            </a:r>
            <a:endParaRPr sz="1600" b="1" i="1">
              <a:highlight>
                <a:srgbClr val="FFFFFF"/>
              </a:highlight>
            </a:endParaRPr>
          </a:p>
          <a:p>
            <a:pPr marL="0" lvl="0" indent="0" algn="l" rtl="0">
              <a:lnSpc>
                <a:spcPct val="150000"/>
              </a:lnSpc>
              <a:spcBef>
                <a:spcPts val="1200"/>
              </a:spcBef>
              <a:spcAft>
                <a:spcPts val="0"/>
              </a:spcAft>
              <a:buNone/>
            </a:pPr>
            <a:r>
              <a:rPr lang="en" sz="1600" b="1" i="1">
                <a:highlight>
                  <a:srgbClr val="FFFFFF"/>
                </a:highlight>
              </a:rPr>
              <a:t>It is that the time required to construct a coherent understanding of reality is becoming longer than the time during which that understanding remains valid.</a:t>
            </a:r>
            <a:endParaRPr b="1">
              <a:solidFill>
                <a:srgbClr val="222222"/>
              </a:solidFill>
              <a:highlight>
                <a:srgbClr val="FFFFFF"/>
              </a:highlight>
            </a:endParaRPr>
          </a:p>
          <a:p>
            <a:pPr marL="0" lvl="0" indent="0" algn="r" rtl="0">
              <a:lnSpc>
                <a:spcPct val="115000"/>
              </a:lnSpc>
              <a:spcBef>
                <a:spcPts val="1200"/>
              </a:spcBef>
              <a:spcAft>
                <a:spcPts val="1200"/>
              </a:spcAft>
              <a:buNone/>
            </a:pPr>
            <a:r>
              <a:rPr lang="en" sz="1100">
                <a:solidFill>
                  <a:srgbClr val="222222"/>
                </a:solidFill>
                <a:highlight>
                  <a:srgbClr val="FFFFFF"/>
                </a:highlight>
              </a:rPr>
              <a:t>— Izabella Kaminska (@izakaminska) on X</a:t>
            </a:r>
            <a:endParaRPr sz="1100">
              <a:solidFill>
                <a:srgbClr val="222222"/>
              </a:solidFill>
              <a:highlight>
                <a:srgbClr val="FFFFFF"/>
              </a:highlight>
            </a:endParaRPr>
          </a:p>
        </p:txBody>
      </p:sp>
      <p:grpSp>
        <p:nvGrpSpPr>
          <p:cNvPr id="620" name="Google Shape;620;p109"/>
          <p:cNvGrpSpPr/>
          <p:nvPr/>
        </p:nvGrpSpPr>
        <p:grpSpPr>
          <a:xfrm>
            <a:off x="596482" y="2237688"/>
            <a:ext cx="7969200" cy="1388638"/>
            <a:chOff x="471300" y="2237688"/>
            <a:chExt cx="7969200" cy="1388638"/>
          </a:xfrm>
        </p:grpSpPr>
        <p:sp>
          <p:nvSpPr>
            <p:cNvPr id="621" name="Google Shape;621;p109"/>
            <p:cNvSpPr txBox="1"/>
            <p:nvPr/>
          </p:nvSpPr>
          <p:spPr>
            <a:xfrm>
              <a:off x="471300" y="2237688"/>
              <a:ext cx="7969200" cy="6681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 sz="1200">
                  <a:solidFill>
                    <a:srgbClr val="222222"/>
                  </a:solidFill>
                  <a:highlight>
                    <a:srgbClr val="FFFFFF"/>
                  </a:highlight>
                </a:rPr>
                <a:t>Zhang et al.</a:t>
              </a:r>
              <a:r>
                <a:rPr lang="en" sz="1200" b="1">
                  <a:solidFill>
                    <a:srgbClr val="222222"/>
                  </a:solidFill>
                  <a:highlight>
                    <a:srgbClr val="FFFFFF"/>
                  </a:highlight>
                </a:rPr>
                <a:t> </a:t>
              </a:r>
              <a:r>
                <a:rPr lang="en" sz="1200">
                  <a:solidFill>
                    <a:srgbClr val="222222"/>
                  </a:solidFill>
                  <a:highlight>
                    <a:srgbClr val="FFFFFF"/>
                  </a:highlight>
                </a:rPr>
                <a:t>Turing-like tests for language and vision demonstrate a narrowing gap between humans and AI</a:t>
              </a:r>
              <a:endParaRPr sz="1200">
                <a:solidFill>
                  <a:srgbClr val="222222"/>
                </a:solidFill>
                <a:highlight>
                  <a:srgbClr val="FFFFFF"/>
                </a:highlight>
              </a:endParaRPr>
            </a:p>
            <a:p>
              <a:pPr marL="0" lvl="0" indent="0" algn="ctr" rtl="0">
                <a:lnSpc>
                  <a:spcPct val="120000"/>
                </a:lnSpc>
                <a:spcBef>
                  <a:spcPts val="600"/>
                </a:spcBef>
                <a:spcAft>
                  <a:spcPts val="600"/>
                </a:spcAft>
                <a:buNone/>
              </a:pPr>
              <a:r>
                <a:rPr lang="en" sz="1200">
                  <a:solidFill>
                    <a:srgbClr val="222222"/>
                  </a:solidFill>
                  <a:highlight>
                    <a:srgbClr val="FFFFFF"/>
                  </a:highlight>
                </a:rPr>
                <a:t>                                                                               </a:t>
              </a:r>
              <a:r>
                <a:rPr lang="en" sz="1200" i="1">
                  <a:solidFill>
                    <a:srgbClr val="424D61"/>
                  </a:solidFill>
                  <a:highlight>
                    <a:srgbClr val="FFFFFF"/>
                  </a:highlight>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Nature Human Behaviour</a:t>
              </a:r>
              <a:r>
                <a:rPr lang="en" sz="1200">
                  <a:solidFill>
                    <a:srgbClr val="222222"/>
                  </a:solidFill>
                  <a:highlight>
                    <a:srgbClr val="FFFFFF"/>
                  </a:highlight>
                  <a:latin typeface="Roboto"/>
                  <a:ea typeface="Roboto"/>
                  <a:cs typeface="Roboto"/>
                  <a:sym typeface="Roboto"/>
                </a:rPr>
                <a:t> (</a:t>
              </a:r>
              <a:r>
                <a:rPr lang="en" sz="1100">
                  <a:solidFill>
                    <a:srgbClr val="6F6F6F"/>
                  </a:solidFill>
                  <a:highlight>
                    <a:srgbClr val="FFFFFF"/>
                  </a:highlight>
                  <a:latin typeface="Roboto"/>
                  <a:ea typeface="Roboto"/>
                  <a:cs typeface="Roboto"/>
                  <a:sym typeface="Roboto"/>
                </a:rPr>
                <a:t>Published: 26 October 2026</a:t>
              </a:r>
              <a:r>
                <a:rPr lang="en" sz="1200">
                  <a:solidFill>
                    <a:srgbClr val="222222"/>
                  </a:solidFill>
                  <a:highlight>
                    <a:srgbClr val="FFFFFF"/>
                  </a:highlight>
                  <a:latin typeface="Roboto"/>
                  <a:ea typeface="Roboto"/>
                  <a:cs typeface="Roboto"/>
                  <a:sym typeface="Roboto"/>
                </a:rPr>
                <a:t>)</a:t>
              </a:r>
              <a:endParaRPr sz="1200" b="1">
                <a:solidFill>
                  <a:srgbClr val="222222"/>
                </a:solidFill>
                <a:highlight>
                  <a:srgbClr val="FFFFFF"/>
                </a:highlight>
                <a:latin typeface="Times New Roman"/>
                <a:ea typeface="Times New Roman"/>
                <a:cs typeface="Times New Roman"/>
                <a:sym typeface="Times New Roman"/>
              </a:endParaRPr>
            </a:p>
          </p:txBody>
        </p:sp>
        <p:sp>
          <p:nvSpPr>
            <p:cNvPr id="622" name="Google Shape;622;p109"/>
            <p:cNvSpPr txBox="1"/>
            <p:nvPr/>
          </p:nvSpPr>
          <p:spPr>
            <a:xfrm>
              <a:off x="616200" y="2979825"/>
              <a:ext cx="76794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FFFFFF"/>
                  </a:solidFill>
                  <a:highlight>
                    <a:srgbClr val="FFFFFF"/>
                  </a:highlight>
                  <a:latin typeface="Times New Roman"/>
                  <a:ea typeface="Times New Roman"/>
                  <a:cs typeface="Times New Roman"/>
                  <a:sym typeface="Times New Roman"/>
                </a:rPr>
                <a:t>Here we systematically benchmark AI’s ability to imitate humans in three language tasks (image captioning, word association and conversation) and three vision tasks (colour estimation, object detection and attention prediction), collecting data from </a:t>
              </a:r>
              <a:r>
                <a:rPr lang="en" sz="1000" i="1">
                  <a:solidFill>
                    <a:srgbClr val="FFFFFF"/>
                  </a:solidFill>
                  <a:highlight>
                    <a:srgbClr val="FFFFFF"/>
                  </a:highlight>
                  <a:latin typeface="Times New Roman"/>
                  <a:ea typeface="Times New Roman"/>
                  <a:cs typeface="Times New Roman"/>
                  <a:sym typeface="Times New Roman"/>
                </a:rPr>
                <a:t>n</a:t>
              </a:r>
              <a:r>
                <a:rPr lang="en" sz="1000">
                  <a:solidFill>
                    <a:srgbClr val="FFFFFF"/>
                  </a:solidFill>
                  <a:highlight>
                    <a:srgbClr val="FFFFFF"/>
                  </a:highlight>
                  <a:latin typeface="Times New Roman"/>
                  <a:ea typeface="Times New Roman"/>
                  <a:cs typeface="Times New Roman"/>
                  <a:sym typeface="Times New Roman"/>
                </a:rPr>
                <a:t> = 636 humans and 37 AI agents (</a:t>
              </a:r>
              <a:r>
                <a:rPr lang="en" sz="1000" b="1">
                  <a:solidFill>
                    <a:srgbClr val="FFFFFF"/>
                  </a:solidFill>
                  <a:highlight>
                    <a:srgbClr val="FFFFFF"/>
                  </a:highlight>
                  <a:latin typeface="Times New Roman"/>
                  <a:ea typeface="Times New Roman"/>
                  <a:cs typeface="Times New Roman"/>
                  <a:sym typeface="Times New Roman"/>
                </a:rPr>
                <a:t>37 AI models)</a:t>
              </a:r>
              <a:r>
                <a:rPr lang="en" sz="1000">
                  <a:solidFill>
                    <a:srgbClr val="FFFFFF"/>
                  </a:solidFill>
                  <a:highlight>
                    <a:srgbClr val="FFFFFF"/>
                  </a:highlight>
                  <a:latin typeface="Times New Roman"/>
                  <a:ea typeface="Times New Roman"/>
                  <a:cs typeface="Times New Roman"/>
                  <a:sym typeface="Times New Roman"/>
                </a:rPr>
                <a:t>. We also conducted 72,191 Turing-like tests with 1,916 human judges and 10 AI judges. </a:t>
              </a:r>
              <a:endParaRPr sz="1000">
                <a:solidFill>
                  <a:srgbClr val="FFFFFF"/>
                </a:solidFill>
              </a:endParaRPr>
            </a:p>
          </p:txBody>
        </p:sp>
      </p:grpSp>
      <p:sp>
        <p:nvSpPr>
          <p:cNvPr id="623" name="Google Shape;623;p109"/>
          <p:cNvSpPr txBox="1"/>
          <p:nvPr/>
        </p:nvSpPr>
        <p:spPr>
          <a:xfrm>
            <a:off x="645250" y="3700350"/>
            <a:ext cx="7969200" cy="1232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a:t>Most of the </a:t>
            </a:r>
            <a:r>
              <a:rPr lang="en" u="sng"/>
              <a:t>core models date from 2017–2022</a:t>
            </a:r>
            <a:r>
              <a:rPr lang="en"/>
              <a:t>, which matches the first </a:t>
            </a:r>
            <a:r>
              <a:rPr lang="en" u="sng"/>
              <a:t>preprint</a:t>
            </a:r>
            <a:r>
              <a:rPr lang="en"/>
              <a:t> in November 2022. The more modern models (LLaVA-1.6, Llama 3, GPT-4o) were added in l</a:t>
            </a:r>
            <a:r>
              <a:rPr lang="en" u="sng"/>
              <a:t>ater revisions</a:t>
            </a:r>
            <a:r>
              <a:rPr lang="en"/>
              <a:t>. </a:t>
            </a:r>
            <a:endParaRPr/>
          </a:p>
          <a:p>
            <a:pPr marL="0" lvl="0" indent="0" algn="l" rtl="0">
              <a:lnSpc>
                <a:spcPct val="115000"/>
              </a:lnSpc>
              <a:spcBef>
                <a:spcPts val="0"/>
              </a:spcBef>
              <a:spcAft>
                <a:spcPts val="0"/>
              </a:spcAft>
              <a:buNone/>
            </a:pPr>
            <a:endParaRPr sz="500"/>
          </a:p>
          <a:p>
            <a:pPr marL="0" lvl="0" indent="0" algn="l" rtl="0">
              <a:lnSpc>
                <a:spcPct val="115000"/>
              </a:lnSpc>
              <a:spcBef>
                <a:spcPts val="0"/>
              </a:spcBef>
              <a:spcAft>
                <a:spcPts val="0"/>
              </a:spcAft>
              <a:buNone/>
            </a:pPr>
            <a:r>
              <a:rPr lang="en"/>
              <a:t>That supports the earlier caveat: apart from the GPT-4o experiment, </a:t>
            </a:r>
            <a:r>
              <a:rPr lang="en" u="sng"/>
              <a:t>the “narrowing gap” is </a:t>
            </a:r>
            <a:r>
              <a:rPr lang="en" b="1" u="sng"/>
              <a:t>measured mostly on models that are now several generations old</a:t>
            </a:r>
            <a:r>
              <a:rPr lang="en"/>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pic>
        <p:nvPicPr>
          <p:cNvPr id="628" name="Google Shape;628;p110"/>
          <p:cNvPicPr preferRelativeResize="0"/>
          <p:nvPr/>
        </p:nvPicPr>
        <p:blipFill>
          <a:blip r:embed="rId3">
            <a:alphaModFix/>
          </a:blip>
          <a:stretch>
            <a:fillRect/>
          </a:stretch>
        </p:blipFill>
        <p:spPr>
          <a:xfrm>
            <a:off x="152400" y="1203850"/>
            <a:ext cx="4597150" cy="3760854"/>
          </a:xfrm>
          <a:prstGeom prst="rect">
            <a:avLst/>
          </a:prstGeom>
          <a:noFill/>
          <a:ln>
            <a:noFill/>
          </a:ln>
        </p:spPr>
      </p:pic>
      <p:pic>
        <p:nvPicPr>
          <p:cNvPr id="629" name="Google Shape;629;p110"/>
          <p:cNvPicPr preferRelativeResize="0"/>
          <p:nvPr/>
        </p:nvPicPr>
        <p:blipFill>
          <a:blip r:embed="rId4">
            <a:alphaModFix/>
          </a:blip>
          <a:stretch>
            <a:fillRect/>
          </a:stretch>
        </p:blipFill>
        <p:spPr>
          <a:xfrm>
            <a:off x="4784600" y="2030525"/>
            <a:ext cx="4283324" cy="2255050"/>
          </a:xfrm>
          <a:prstGeom prst="rect">
            <a:avLst/>
          </a:prstGeom>
          <a:noFill/>
          <a:ln>
            <a:noFill/>
          </a:ln>
        </p:spPr>
      </p:pic>
      <p:sp>
        <p:nvSpPr>
          <p:cNvPr id="630" name="Google Shape;630;p110"/>
          <p:cNvSpPr txBox="1"/>
          <p:nvPr/>
        </p:nvSpPr>
        <p:spPr>
          <a:xfrm>
            <a:off x="340775" y="55025"/>
            <a:ext cx="8658300" cy="3387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600"/>
              </a:spcAft>
              <a:buNone/>
            </a:pPr>
            <a:r>
              <a:rPr lang="en" sz="1000">
                <a:solidFill>
                  <a:srgbClr val="222222"/>
                </a:solidFill>
                <a:highlight>
                  <a:srgbClr val="FFFFFF"/>
                </a:highlight>
              </a:rPr>
              <a:t>Zhang et al.</a:t>
            </a:r>
            <a:r>
              <a:rPr lang="en" sz="1000" b="1">
                <a:solidFill>
                  <a:srgbClr val="222222"/>
                </a:solidFill>
                <a:highlight>
                  <a:srgbClr val="FFFFFF"/>
                </a:highlight>
                <a:latin typeface="Times New Roman"/>
                <a:ea typeface="Times New Roman"/>
                <a:cs typeface="Times New Roman"/>
                <a:sym typeface="Times New Roman"/>
              </a:rPr>
              <a:t> Turing-like tests for language and vision demonstrate a narrowing gap between humans and AI       </a:t>
            </a:r>
            <a:r>
              <a:rPr lang="en" sz="800" i="1">
                <a:solidFill>
                  <a:srgbClr val="424D61"/>
                </a:solidFill>
                <a:highlight>
                  <a:srgbClr val="FFFFFF"/>
                </a:highlight>
                <a:uFill>
                  <a:noFill/>
                </a:uFill>
                <a:latin typeface="Roboto"/>
                <a:ea typeface="Roboto"/>
                <a:cs typeface="Roboto"/>
                <a:sym typeface="Roboto"/>
                <a:hlinkClick r:id="rId5">
                  <a:extLst>
                    <a:ext uri="{A12FA001-AC4F-418D-AE19-62706E023703}">
                      <ahyp:hlinkClr xmlns:ahyp="http://schemas.microsoft.com/office/drawing/2018/hyperlinkcolor" val="tx"/>
                    </a:ext>
                  </a:extLst>
                </a:hlinkClick>
              </a:rPr>
              <a:t>Nature Human Behaviour</a:t>
            </a:r>
            <a:r>
              <a:rPr lang="en" sz="800">
                <a:solidFill>
                  <a:srgbClr val="222222"/>
                </a:solidFill>
                <a:highlight>
                  <a:srgbClr val="FFFFFF"/>
                </a:highlight>
                <a:latin typeface="Roboto"/>
                <a:ea typeface="Roboto"/>
                <a:cs typeface="Roboto"/>
                <a:sym typeface="Roboto"/>
              </a:rPr>
              <a:t> (</a:t>
            </a:r>
            <a:r>
              <a:rPr lang="en" sz="700">
                <a:solidFill>
                  <a:srgbClr val="6F6F6F"/>
                </a:solidFill>
                <a:highlight>
                  <a:srgbClr val="FFFFFF"/>
                </a:highlight>
                <a:latin typeface="Roboto"/>
                <a:ea typeface="Roboto"/>
                <a:cs typeface="Roboto"/>
                <a:sym typeface="Roboto"/>
              </a:rPr>
              <a:t>Published: 26 October 2026</a:t>
            </a:r>
            <a:r>
              <a:rPr lang="en" sz="800">
                <a:solidFill>
                  <a:srgbClr val="222222"/>
                </a:solidFill>
                <a:highlight>
                  <a:srgbClr val="FFFFFF"/>
                </a:highlight>
                <a:latin typeface="Roboto"/>
                <a:ea typeface="Roboto"/>
                <a:cs typeface="Roboto"/>
                <a:sym typeface="Roboto"/>
              </a:rPr>
              <a:t>)</a:t>
            </a:r>
            <a:endParaRPr sz="800" b="1">
              <a:solidFill>
                <a:srgbClr val="222222"/>
              </a:solidFill>
              <a:highlight>
                <a:srgbClr val="FFFFFF"/>
              </a:highlight>
              <a:latin typeface="Times New Roman"/>
              <a:ea typeface="Times New Roman"/>
              <a:cs typeface="Times New Roman"/>
              <a:sym typeface="Times New Roman"/>
            </a:endParaRPr>
          </a:p>
        </p:txBody>
      </p:sp>
      <p:grpSp>
        <p:nvGrpSpPr>
          <p:cNvPr id="631" name="Google Shape;631;p110"/>
          <p:cNvGrpSpPr/>
          <p:nvPr/>
        </p:nvGrpSpPr>
        <p:grpSpPr>
          <a:xfrm>
            <a:off x="152400" y="340925"/>
            <a:ext cx="8179550" cy="899050"/>
            <a:chOff x="152400" y="340925"/>
            <a:chExt cx="8179550" cy="899050"/>
          </a:xfrm>
        </p:grpSpPr>
        <p:pic>
          <p:nvPicPr>
            <p:cNvPr id="632" name="Google Shape;632;p110"/>
            <p:cNvPicPr preferRelativeResize="0"/>
            <p:nvPr/>
          </p:nvPicPr>
          <p:blipFill rotWithShape="1">
            <a:blip r:embed="rId6">
              <a:alphaModFix/>
            </a:blip>
            <a:srcRect b="21297"/>
            <a:stretch/>
          </p:blipFill>
          <p:spPr>
            <a:xfrm>
              <a:off x="152400" y="340925"/>
              <a:ext cx="6518874" cy="899050"/>
            </a:xfrm>
            <a:prstGeom prst="rect">
              <a:avLst/>
            </a:prstGeom>
            <a:noFill/>
            <a:ln>
              <a:noFill/>
            </a:ln>
          </p:spPr>
        </p:pic>
        <p:sp>
          <p:nvSpPr>
            <p:cNvPr id="633" name="Google Shape;633;p110"/>
            <p:cNvSpPr txBox="1"/>
            <p:nvPr/>
          </p:nvSpPr>
          <p:spPr>
            <a:xfrm>
              <a:off x="6831050" y="562675"/>
              <a:ext cx="15009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dk2"/>
                  </a:solidFill>
                </a:rPr>
                <a:t>28 October 2026</a:t>
              </a:r>
              <a:endParaRPr sz="1100">
                <a:solidFill>
                  <a:schemeClr val="dk2"/>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pic>
        <p:nvPicPr>
          <p:cNvPr id="638" name="Google Shape;638;p111"/>
          <p:cNvPicPr preferRelativeResize="0"/>
          <p:nvPr/>
        </p:nvPicPr>
        <p:blipFill>
          <a:blip r:embed="rId3">
            <a:alphaModFix/>
          </a:blip>
          <a:stretch>
            <a:fillRect/>
          </a:stretch>
        </p:blipFill>
        <p:spPr>
          <a:xfrm>
            <a:off x="152400" y="1378489"/>
            <a:ext cx="8839201" cy="3186665"/>
          </a:xfrm>
          <a:prstGeom prst="rect">
            <a:avLst/>
          </a:prstGeom>
          <a:noFill/>
          <a:ln>
            <a:noFill/>
          </a:ln>
        </p:spPr>
      </p:pic>
      <p:sp>
        <p:nvSpPr>
          <p:cNvPr id="639" name="Google Shape;639;p111"/>
          <p:cNvSpPr txBox="1"/>
          <p:nvPr/>
        </p:nvSpPr>
        <p:spPr>
          <a:xfrm>
            <a:off x="682500" y="4859911"/>
            <a:ext cx="8097900" cy="27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rPr>
              <a:t>Modified from:  E. J. Topol, ‘High-performance medicine: the convergence of human and artificial intelligence’, </a:t>
            </a:r>
            <a:r>
              <a:rPr lang="en" sz="700" i="1">
                <a:solidFill>
                  <a:schemeClr val="dk1"/>
                </a:solidFill>
              </a:rPr>
              <a:t>Nature Medicine</a:t>
            </a:r>
            <a:r>
              <a:rPr lang="en" sz="700">
                <a:solidFill>
                  <a:schemeClr val="dk1"/>
                </a:solidFill>
              </a:rPr>
              <a:t> 2019;</a:t>
            </a:r>
            <a:r>
              <a:rPr lang="en" sz="700">
                <a:solidFill>
                  <a:srgbClr val="222222"/>
                </a:solidFill>
                <a:highlight>
                  <a:schemeClr val="lt1"/>
                </a:highlight>
                <a:latin typeface="Roboto"/>
                <a:ea typeface="Roboto"/>
                <a:cs typeface="Roboto"/>
                <a:sym typeface="Roboto"/>
              </a:rPr>
              <a:t>25:44–56.    </a:t>
            </a:r>
            <a:r>
              <a:rPr lang="en" sz="600" u="sng">
                <a:solidFill>
                  <a:srgbClr val="0000FF"/>
                </a:solidFill>
                <a:hlinkClick r:id="rId4">
                  <a:extLst>
                    <a:ext uri="{A12FA001-AC4F-418D-AE19-62706E023703}">
                      <ahyp:hlinkClr xmlns:ahyp="http://schemas.microsoft.com/office/drawing/2018/hyperlinkcolor" val="tx"/>
                    </a:ext>
                  </a:extLst>
                </a:hlinkClick>
              </a:rPr>
              <a:t>https://www.nature.com/articles/s41591-018-0300-7</a:t>
            </a:r>
            <a:endParaRPr sz="600"/>
          </a:p>
        </p:txBody>
      </p:sp>
      <p:pic>
        <p:nvPicPr>
          <p:cNvPr id="640" name="Google Shape;640;p111"/>
          <p:cNvPicPr preferRelativeResize="0"/>
          <p:nvPr/>
        </p:nvPicPr>
        <p:blipFill rotWithShape="1">
          <a:blip r:embed="rId5">
            <a:alphaModFix/>
          </a:blip>
          <a:srcRect l="39269"/>
          <a:stretch/>
        </p:blipFill>
        <p:spPr>
          <a:xfrm>
            <a:off x="3914725" y="727614"/>
            <a:ext cx="1735075" cy="925325"/>
          </a:xfrm>
          <a:prstGeom prst="rect">
            <a:avLst/>
          </a:prstGeom>
          <a:noFill/>
          <a:ln>
            <a:noFill/>
          </a:ln>
        </p:spPr>
      </p:pic>
      <p:pic>
        <p:nvPicPr>
          <p:cNvPr id="641" name="Google Shape;641;p111"/>
          <p:cNvPicPr preferRelativeResize="0"/>
          <p:nvPr/>
        </p:nvPicPr>
        <p:blipFill rotWithShape="1">
          <a:blip r:embed="rId5">
            <a:alphaModFix/>
          </a:blip>
          <a:srcRect l="57933" t="25357" r="29480" b="22861"/>
          <a:stretch/>
        </p:blipFill>
        <p:spPr>
          <a:xfrm>
            <a:off x="1880650" y="892614"/>
            <a:ext cx="383700" cy="511325"/>
          </a:xfrm>
          <a:prstGeom prst="rect">
            <a:avLst/>
          </a:prstGeom>
          <a:noFill/>
          <a:ln>
            <a:noFill/>
          </a:ln>
        </p:spPr>
      </p:pic>
      <p:pic>
        <p:nvPicPr>
          <p:cNvPr id="642" name="Google Shape;642;p111"/>
          <p:cNvPicPr preferRelativeResize="0"/>
          <p:nvPr/>
        </p:nvPicPr>
        <p:blipFill rotWithShape="1">
          <a:blip r:embed="rId5">
            <a:alphaModFix/>
          </a:blip>
          <a:srcRect t="22863" r="79802" b="12517"/>
          <a:stretch/>
        </p:blipFill>
        <p:spPr>
          <a:xfrm>
            <a:off x="7889725" y="835639"/>
            <a:ext cx="615750" cy="638100"/>
          </a:xfrm>
          <a:prstGeom prst="rect">
            <a:avLst/>
          </a:prstGeom>
          <a:noFill/>
          <a:ln>
            <a:noFill/>
          </a:ln>
        </p:spPr>
      </p:pic>
      <p:pic>
        <p:nvPicPr>
          <p:cNvPr id="643" name="Google Shape;643;p111"/>
          <p:cNvPicPr preferRelativeResize="0"/>
          <p:nvPr/>
        </p:nvPicPr>
        <p:blipFill rotWithShape="1">
          <a:blip r:embed="rId5">
            <a:alphaModFix/>
          </a:blip>
          <a:srcRect/>
          <a:stretch/>
        </p:blipFill>
        <p:spPr>
          <a:xfrm>
            <a:off x="7675675" y="1599413"/>
            <a:ext cx="1104725" cy="357800"/>
          </a:xfrm>
          <a:prstGeom prst="rect">
            <a:avLst/>
          </a:prstGeom>
          <a:noFill/>
          <a:ln>
            <a:noFill/>
          </a:ln>
        </p:spPr>
      </p:pic>
      <p:sp>
        <p:nvSpPr>
          <p:cNvPr id="644" name="Google Shape;644;p111"/>
          <p:cNvSpPr txBox="1"/>
          <p:nvPr/>
        </p:nvSpPr>
        <p:spPr>
          <a:xfrm>
            <a:off x="3965975" y="2548389"/>
            <a:ext cx="1759800" cy="3579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 model architecture</a:t>
            </a:r>
            <a:endParaRPr/>
          </a:p>
        </p:txBody>
      </p:sp>
      <p:pic>
        <p:nvPicPr>
          <p:cNvPr id="645" name="Google Shape;645;p111"/>
          <p:cNvPicPr preferRelativeResize="0"/>
          <p:nvPr/>
        </p:nvPicPr>
        <p:blipFill>
          <a:blip r:embed="rId6">
            <a:alphaModFix/>
          </a:blip>
          <a:stretch>
            <a:fillRect/>
          </a:stretch>
        </p:blipFill>
        <p:spPr>
          <a:xfrm>
            <a:off x="3756600" y="2542989"/>
            <a:ext cx="213286" cy="357900"/>
          </a:xfrm>
          <a:prstGeom prst="rect">
            <a:avLst/>
          </a:prstGeom>
          <a:noFill/>
          <a:ln>
            <a:noFill/>
          </a:ln>
        </p:spPr>
      </p:pic>
      <p:pic>
        <p:nvPicPr>
          <p:cNvPr id="646" name="Google Shape;646;p111"/>
          <p:cNvPicPr preferRelativeResize="0"/>
          <p:nvPr/>
        </p:nvPicPr>
        <p:blipFill>
          <a:blip r:embed="rId7">
            <a:alphaModFix/>
          </a:blip>
          <a:stretch>
            <a:fillRect/>
          </a:stretch>
        </p:blipFill>
        <p:spPr>
          <a:xfrm>
            <a:off x="4725319" y="3618814"/>
            <a:ext cx="180506" cy="276300"/>
          </a:xfrm>
          <a:prstGeom prst="rect">
            <a:avLst/>
          </a:prstGeom>
          <a:noFill/>
          <a:ln>
            <a:noFill/>
          </a:ln>
        </p:spPr>
      </p:pic>
      <p:sp>
        <p:nvSpPr>
          <p:cNvPr id="647" name="Google Shape;647;p111"/>
          <p:cNvSpPr txBox="1"/>
          <p:nvPr/>
        </p:nvSpPr>
        <p:spPr>
          <a:xfrm>
            <a:off x="5185175" y="4224789"/>
            <a:ext cx="1874700" cy="3579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model parameters</a:t>
            </a:r>
            <a:endParaRPr/>
          </a:p>
        </p:txBody>
      </p:sp>
      <p:cxnSp>
        <p:nvCxnSpPr>
          <p:cNvPr id="648" name="Google Shape;648;p111"/>
          <p:cNvCxnSpPr/>
          <p:nvPr/>
        </p:nvCxnSpPr>
        <p:spPr>
          <a:xfrm>
            <a:off x="4846425" y="3913439"/>
            <a:ext cx="420600" cy="428400"/>
          </a:xfrm>
          <a:prstGeom prst="straightConnector1">
            <a:avLst/>
          </a:prstGeom>
          <a:noFill/>
          <a:ln w="28575" cap="flat" cmpd="sng">
            <a:solidFill>
              <a:schemeClr val="dk2"/>
            </a:solidFill>
            <a:prstDash val="solid"/>
            <a:round/>
            <a:headEnd type="none" w="med" len="med"/>
            <a:tailEnd type="none" w="med" len="med"/>
          </a:ln>
        </p:spPr>
      </p:cxnSp>
      <p:sp>
        <p:nvSpPr>
          <p:cNvPr id="649" name="Google Shape;649;p111"/>
          <p:cNvSpPr txBox="1"/>
          <p:nvPr/>
        </p:nvSpPr>
        <p:spPr>
          <a:xfrm>
            <a:off x="7607075" y="3844689"/>
            <a:ext cx="1234800" cy="9540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 Health guidance</a:t>
            </a:r>
            <a:endParaRPr sz="1000"/>
          </a:p>
          <a:p>
            <a:pPr marL="0" lvl="0" indent="0" algn="l" rtl="0">
              <a:spcBef>
                <a:spcPts val="0"/>
              </a:spcBef>
              <a:spcAft>
                <a:spcPts val="0"/>
              </a:spcAft>
              <a:buNone/>
            </a:pPr>
            <a:r>
              <a:rPr lang="en" sz="1000"/>
              <a:t> Diagnosis</a:t>
            </a:r>
            <a:endParaRPr sz="1000"/>
          </a:p>
          <a:p>
            <a:pPr marL="0" lvl="0" indent="0" algn="l" rtl="0">
              <a:spcBef>
                <a:spcPts val="0"/>
              </a:spcBef>
              <a:spcAft>
                <a:spcPts val="0"/>
              </a:spcAft>
              <a:buNone/>
            </a:pPr>
            <a:r>
              <a:rPr lang="en" sz="1000"/>
              <a:t> Phenotype</a:t>
            </a:r>
            <a:endParaRPr sz="1000"/>
          </a:p>
          <a:p>
            <a:pPr marL="0" lvl="0" indent="0" algn="l" rtl="0">
              <a:spcBef>
                <a:spcPts val="0"/>
              </a:spcBef>
              <a:spcAft>
                <a:spcPts val="0"/>
              </a:spcAft>
              <a:buNone/>
            </a:pPr>
            <a:r>
              <a:rPr lang="en" sz="1000"/>
              <a:t> Overall survival</a:t>
            </a:r>
            <a:endParaRPr sz="1000"/>
          </a:p>
          <a:p>
            <a:pPr marL="0" lvl="0" indent="0" algn="l" rtl="0">
              <a:spcBef>
                <a:spcPts val="0"/>
              </a:spcBef>
              <a:spcAft>
                <a:spcPts val="0"/>
              </a:spcAft>
              <a:buNone/>
            </a:pPr>
            <a:r>
              <a:rPr lang="en" sz="1000"/>
              <a:t> ...</a:t>
            </a:r>
            <a:endParaRPr sz="1000"/>
          </a:p>
        </p:txBody>
      </p:sp>
      <p:sp>
        <p:nvSpPr>
          <p:cNvPr id="650" name="Google Shape;650;p111"/>
          <p:cNvSpPr txBox="1"/>
          <p:nvPr/>
        </p:nvSpPr>
        <p:spPr>
          <a:xfrm>
            <a:off x="634350" y="86025"/>
            <a:ext cx="8194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t>From multimodal patient data to personalised health predictions and guidance</a:t>
            </a:r>
            <a:endParaRPr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4"/>
        <p:cNvGrpSpPr/>
        <p:nvPr/>
      </p:nvGrpSpPr>
      <p:grpSpPr>
        <a:xfrm>
          <a:off x="0" y="0"/>
          <a:ext cx="0" cy="0"/>
          <a:chOff x="0" y="0"/>
          <a:chExt cx="0" cy="0"/>
        </a:xfrm>
      </p:grpSpPr>
      <p:grpSp>
        <p:nvGrpSpPr>
          <p:cNvPr id="655" name="Google Shape;655;p112"/>
          <p:cNvGrpSpPr/>
          <p:nvPr/>
        </p:nvGrpSpPr>
        <p:grpSpPr>
          <a:xfrm>
            <a:off x="285750" y="228600"/>
            <a:ext cx="8572500" cy="714300"/>
            <a:chOff x="0" y="0"/>
            <a:chExt cx="8572500" cy="714300"/>
          </a:xfrm>
        </p:grpSpPr>
        <p:sp>
          <p:nvSpPr>
            <p:cNvPr id="656" name="Google Shape;656;p112"/>
            <p:cNvSpPr/>
            <p:nvPr/>
          </p:nvSpPr>
          <p:spPr>
            <a:xfrm>
              <a:off x="0" y="0"/>
              <a:ext cx="8572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7" name="Google Shape;657;p112"/>
            <p:cNvSpPr txBox="1"/>
            <p:nvPr/>
          </p:nvSpPr>
          <p:spPr>
            <a:xfrm>
              <a:off x="0" y="0"/>
              <a:ext cx="8572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b="1">
                  <a:solidFill>
                    <a:srgbClr val="0284C7"/>
                  </a:solidFill>
                  <a:latin typeface="Inter"/>
                  <a:ea typeface="Inter"/>
                  <a:cs typeface="Inter"/>
                  <a:sym typeface="Inter"/>
                </a:rPr>
                <a:t>David Marr (1982) • Vision &amp; Imaging Framework</a:t>
              </a:r>
              <a:endParaRPr sz="1000" b="1">
                <a:solidFill>
                  <a:srgbClr val="0284C7"/>
                </a:solidFill>
                <a:latin typeface="Inter"/>
                <a:ea typeface="Inter"/>
                <a:cs typeface="Inter"/>
                <a:sym typeface="Inter"/>
              </a:endParaRPr>
            </a:p>
            <a:p>
              <a:pPr marL="0" lvl="0" indent="0" algn="l" rtl="0">
                <a:spcBef>
                  <a:spcPts val="300"/>
                </a:spcBef>
                <a:spcAft>
                  <a:spcPts val="0"/>
                </a:spcAft>
                <a:buNone/>
              </a:pPr>
              <a:r>
                <a:rPr lang="en" sz="1800" b="1">
                  <a:solidFill>
                    <a:srgbClr val="0F172A"/>
                  </a:solidFill>
                  <a:latin typeface="Inter"/>
                  <a:ea typeface="Inter"/>
                  <a:cs typeface="Inter"/>
                  <a:sym typeface="Inter"/>
                </a:rPr>
                <a:t>Three Levels of Abstraction in Information-Processing Systems</a:t>
              </a:r>
              <a:endParaRPr sz="1000" b="1">
                <a:solidFill>
                  <a:srgbClr val="0284C7"/>
                </a:solidFill>
                <a:latin typeface="Inter"/>
                <a:ea typeface="Inter"/>
                <a:cs typeface="Inter"/>
                <a:sym typeface="Inter"/>
              </a:endParaRPr>
            </a:p>
          </p:txBody>
        </p:sp>
      </p:grpSp>
      <p:grpSp>
        <p:nvGrpSpPr>
          <p:cNvPr id="658" name="Google Shape;658;p112"/>
          <p:cNvGrpSpPr/>
          <p:nvPr/>
        </p:nvGrpSpPr>
        <p:grpSpPr>
          <a:xfrm>
            <a:off x="285750" y="1000125"/>
            <a:ext cx="2724300" cy="3857700"/>
            <a:chOff x="285750" y="1000125"/>
            <a:chExt cx="2724300" cy="3857700"/>
          </a:xfrm>
        </p:grpSpPr>
        <p:grpSp>
          <p:nvGrpSpPr>
            <p:cNvPr id="659" name="Google Shape;659;p112"/>
            <p:cNvGrpSpPr/>
            <p:nvPr/>
          </p:nvGrpSpPr>
          <p:grpSpPr>
            <a:xfrm>
              <a:off x="285750" y="1000125"/>
              <a:ext cx="2724300" cy="3857700"/>
              <a:chOff x="0" y="0"/>
              <a:chExt cx="2724300" cy="3857700"/>
            </a:xfrm>
          </p:grpSpPr>
          <p:sp>
            <p:nvSpPr>
              <p:cNvPr id="660" name="Google Shape;660;p112"/>
              <p:cNvSpPr/>
              <p:nvPr/>
            </p:nvSpPr>
            <p:spPr>
              <a:xfrm>
                <a:off x="0" y="0"/>
                <a:ext cx="2724300" cy="3857700"/>
              </a:xfrm>
              <a:prstGeom prst="roundRect">
                <a:avLst>
                  <a:gd name="adj" fmla="val 4195"/>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1" name="Google Shape;661;p112"/>
              <p:cNvSpPr/>
              <p:nvPr/>
            </p:nvSpPr>
            <p:spPr>
              <a:xfrm>
                <a:off x="0" y="0"/>
                <a:ext cx="2724300" cy="573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2" name="Google Shape;662;p112"/>
              <p:cNvSpPr txBox="1"/>
              <p:nvPr/>
            </p:nvSpPr>
            <p:spPr>
              <a:xfrm>
                <a:off x="0" y="0"/>
                <a:ext cx="2724300" cy="3857700"/>
              </a:xfrm>
              <a:prstGeom prst="rect">
                <a:avLst/>
              </a:prstGeom>
              <a:noFill/>
              <a:ln>
                <a:noFill/>
              </a:ln>
            </p:spPr>
            <p:txBody>
              <a:bodyPr spcFirstLastPara="1" wrap="square" lIns="190500" tIns="190500" rIns="190500" bIns="190500" anchor="t" anchorCtr="0">
                <a:noAutofit/>
              </a:bodyPr>
              <a:lstStyle/>
              <a:p>
                <a:pPr marL="0" lvl="0" indent="0" algn="l" rtl="0">
                  <a:spcBef>
                    <a:spcPts val="0"/>
                  </a:spcBef>
                  <a:spcAft>
                    <a:spcPts val="0"/>
                  </a:spcAft>
                  <a:buNone/>
                </a:pPr>
                <a:r>
                  <a:rPr lang="en" sz="2400" b="0">
                    <a:solidFill>
                      <a:srgbClr val="2563EB"/>
                    </a:solidFill>
                    <a:latin typeface="Oswald"/>
                    <a:ea typeface="Oswald"/>
                    <a:cs typeface="Oswald"/>
                    <a:sym typeface="Oswald"/>
                  </a:rPr>
                  <a:t>01</a:t>
                </a:r>
                <a:endParaRPr sz="2400" b="0">
                  <a:solidFill>
                    <a:srgbClr val="2563EB"/>
                  </a:solidFill>
                  <a:latin typeface="Oswald"/>
                  <a:ea typeface="Oswald"/>
                  <a:cs typeface="Oswald"/>
                  <a:sym typeface="Oswald"/>
                </a:endParaRPr>
              </a:p>
              <a:p>
                <a:pPr marL="0" lvl="0" indent="0" algn="l" rtl="0">
                  <a:spcBef>
                    <a:spcPts val="450"/>
                  </a:spcBef>
                  <a:spcAft>
                    <a:spcPts val="0"/>
                  </a:spcAft>
                  <a:buNone/>
                </a:pPr>
                <a:r>
                  <a:rPr lang="en" sz="1400" b="1">
                    <a:solidFill>
                      <a:srgbClr val="0F172A"/>
                    </a:solidFill>
                    <a:latin typeface="Inter"/>
                    <a:ea typeface="Inter"/>
                    <a:cs typeface="Inter"/>
                    <a:sym typeface="Inter"/>
                  </a:rPr>
                  <a:t>Computational Level</a:t>
                </a:r>
                <a:endParaRPr sz="1400" b="1">
                  <a:solidFill>
                    <a:srgbClr val="0F172A"/>
                  </a:solidFill>
                  <a:latin typeface="Inter"/>
                  <a:ea typeface="Inter"/>
                  <a:cs typeface="Inter"/>
                  <a:sym typeface="Inter"/>
                </a:endParaRPr>
              </a:p>
              <a:p>
                <a:pPr marL="0" lvl="0" indent="0" algn="l" rtl="0">
                  <a:spcBef>
                    <a:spcPts val="150"/>
                  </a:spcBef>
                  <a:spcAft>
                    <a:spcPts val="0"/>
                  </a:spcAft>
                  <a:buNone/>
                </a:pPr>
                <a:r>
                  <a:rPr lang="en" sz="1000" b="0">
                    <a:solidFill>
                      <a:srgbClr val="2563EB"/>
                    </a:solidFill>
                    <a:latin typeface="Inter SemiBold"/>
                    <a:ea typeface="Inter SemiBold"/>
                    <a:cs typeface="Inter SemiBold"/>
                    <a:sym typeface="Inter SemiBold"/>
                  </a:rPr>
                  <a:t>(What and Why)</a:t>
                </a:r>
                <a:endParaRPr sz="1000" b="0">
                  <a:solidFill>
                    <a:srgbClr val="2563EB"/>
                  </a:solidFill>
                  <a:latin typeface="Inter SemiBold"/>
                  <a:ea typeface="Inter SemiBold"/>
                  <a:cs typeface="Inter SemiBold"/>
                  <a:sym typeface="Inter SemiBold"/>
                </a:endParaRPr>
              </a:p>
              <a:p>
                <a:pPr marL="0" lvl="0" indent="0" algn="l" rtl="0">
                  <a:spcBef>
                    <a:spcPts val="900"/>
                  </a:spcBef>
                  <a:spcAft>
                    <a:spcPts val="0"/>
                  </a:spcAft>
                  <a:buNone/>
                </a:pPr>
                <a:r>
                  <a:rPr lang="en" sz="900" b="1">
                    <a:solidFill>
                      <a:srgbClr val="475569"/>
                    </a:solidFill>
                    <a:latin typeface="Inter"/>
                    <a:ea typeface="Inter"/>
                    <a:cs typeface="Inter"/>
                    <a:sym typeface="Inter"/>
                  </a:rPr>
                  <a:t>Definition</a:t>
                </a:r>
                <a:endParaRPr sz="900" b="1">
                  <a:solidFill>
                    <a:srgbClr val="475569"/>
                  </a:solidFill>
                  <a:latin typeface="Inter"/>
                  <a:ea typeface="Inter"/>
                  <a:cs typeface="Inter"/>
                  <a:sym typeface="Inter"/>
                </a:endParaRPr>
              </a:p>
              <a:p>
                <a:pPr marL="0" lvl="0" indent="0" algn="l" rtl="0">
                  <a:spcBef>
                    <a:spcPts val="150"/>
                  </a:spcBef>
                  <a:spcAft>
                    <a:spcPts val="0"/>
                  </a:spcAft>
                  <a:buNone/>
                </a:pPr>
                <a:r>
                  <a:rPr lang="en" sz="950" b="0">
                    <a:solidFill>
                      <a:srgbClr val="334155"/>
                    </a:solidFill>
                    <a:latin typeface="Inter"/>
                    <a:ea typeface="Inter"/>
                    <a:cs typeface="Inter"/>
                    <a:sym typeface="Inter"/>
                  </a:rPr>
                  <a:t>The most abstract level. Defines system goal and purpose.</a:t>
                </a:r>
                <a:endParaRPr sz="950" b="0">
                  <a:solidFill>
                    <a:srgbClr val="334155"/>
                  </a:solidFill>
                  <a:latin typeface="Inter"/>
                  <a:ea typeface="Inter"/>
                  <a:cs typeface="Inter"/>
                  <a:sym typeface="Inter"/>
                </a:endParaRPr>
              </a:p>
              <a:p>
                <a:pPr marL="0" lvl="0" indent="0" algn="l" rtl="0">
                  <a:spcBef>
                    <a:spcPts val="750"/>
                  </a:spcBef>
                  <a:spcAft>
                    <a:spcPts val="0"/>
                  </a:spcAft>
                  <a:buNone/>
                </a:pPr>
                <a:r>
                  <a:rPr lang="en" sz="900" b="1">
                    <a:solidFill>
                      <a:srgbClr val="475569"/>
                    </a:solidFill>
                    <a:latin typeface="Inter"/>
                    <a:ea typeface="Inter"/>
                    <a:cs typeface="Inter"/>
                    <a:sym typeface="Inter"/>
                  </a:rPr>
                  <a:t>Key Questions</a:t>
                </a:r>
                <a:endParaRPr sz="900" b="1">
                  <a:solidFill>
                    <a:srgbClr val="475569"/>
                  </a:solidFill>
                  <a:latin typeface="Inter"/>
                  <a:ea typeface="Inter"/>
                  <a:cs typeface="Inter"/>
                  <a:sym typeface="Inter"/>
                </a:endParaRPr>
              </a:p>
              <a:p>
                <a:pPr marL="0" lvl="0" indent="0" algn="l" rtl="0">
                  <a:spcBef>
                    <a:spcPts val="150"/>
                  </a:spcBef>
                  <a:spcAft>
                    <a:spcPts val="0"/>
                  </a:spcAft>
                  <a:buNone/>
                </a:pPr>
                <a:r>
                  <a:rPr lang="en" sz="950" b="0">
                    <a:solidFill>
                      <a:srgbClr val="334155"/>
                    </a:solidFill>
                    <a:latin typeface="Inter"/>
                    <a:ea typeface="Inter"/>
                    <a:cs typeface="Inter"/>
                    <a:sym typeface="Inter"/>
                  </a:rPr>
                  <a:t>What is the goal? What is the input-output mapping?</a:t>
                </a:r>
                <a:endParaRPr sz="950" b="0">
                  <a:solidFill>
                    <a:srgbClr val="334155"/>
                  </a:solidFill>
                  <a:latin typeface="Inter"/>
                  <a:ea typeface="Inter"/>
                  <a:cs typeface="Inter"/>
                  <a:sym typeface="Inter"/>
                </a:endParaRPr>
              </a:p>
              <a:p>
                <a:pPr marL="0" lvl="0" indent="0" algn="l" rtl="0">
                  <a:spcBef>
                    <a:spcPts val="750"/>
                  </a:spcBef>
                  <a:spcAft>
                    <a:spcPts val="0"/>
                  </a:spcAft>
                  <a:buNone/>
                </a:pPr>
                <a:r>
                  <a:rPr lang="en" sz="850" b="1">
                    <a:solidFill>
                      <a:srgbClr val="1E40AF"/>
                    </a:solidFill>
                    <a:highlight>
                      <a:srgbClr val="EFF6FF"/>
                    </a:highlight>
                    <a:latin typeface="Inter"/>
                    <a:ea typeface="Inter"/>
                    <a:cs typeface="Inter"/>
                    <a:sym typeface="Inter"/>
                  </a:rPr>
                  <a:t>Example (Medical Imaging)</a:t>
                </a:r>
                <a:endParaRPr sz="850" b="1">
                  <a:solidFill>
                    <a:srgbClr val="1E40AF"/>
                  </a:solidFill>
                  <a:highlight>
                    <a:srgbClr val="EFF6FF"/>
                  </a:highlight>
                  <a:latin typeface="Inter"/>
                  <a:ea typeface="Inter"/>
                  <a:cs typeface="Inter"/>
                  <a:sym typeface="Inter"/>
                </a:endParaRPr>
              </a:p>
              <a:p>
                <a:pPr marL="0" lvl="0" indent="0" algn="l" rtl="0">
                  <a:spcBef>
                    <a:spcPts val="150"/>
                  </a:spcBef>
                  <a:spcAft>
                    <a:spcPts val="0"/>
                  </a:spcAft>
                  <a:buNone/>
                </a:pPr>
                <a:r>
                  <a:rPr lang="en" sz="900" b="0">
                    <a:solidFill>
                      <a:srgbClr val="1E3A8A"/>
                    </a:solidFill>
                    <a:highlight>
                      <a:srgbClr val="EFF6FF"/>
                    </a:highlight>
                    <a:latin typeface="Inter"/>
                    <a:ea typeface="Inter"/>
                    <a:cs typeface="Inter"/>
                    <a:sym typeface="Inter"/>
                  </a:rPr>
                  <a:t>Reconstructing a 3D anatomical volume from 2D MRI/CT slices to quantify tumor size.</a:t>
                </a:r>
                <a:endParaRPr sz="900" b="0">
                  <a:solidFill>
                    <a:srgbClr val="1E3A8A"/>
                  </a:solidFill>
                  <a:highlight>
                    <a:srgbClr val="EFF6FF"/>
                  </a:highlight>
                  <a:latin typeface="Inter"/>
                  <a:ea typeface="Inter"/>
                  <a:cs typeface="Inter"/>
                  <a:sym typeface="Inter"/>
                </a:endParaRPr>
              </a:p>
            </p:txBody>
          </p:sp>
        </p:grpSp>
        <p:sp>
          <p:nvSpPr>
            <p:cNvPr id="663" name="Google Shape;663;p112"/>
            <p:cNvSpPr txBox="1"/>
            <p:nvPr/>
          </p:nvSpPr>
          <p:spPr>
            <a:xfrm>
              <a:off x="385901" y="3816557"/>
              <a:ext cx="2576400" cy="77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50" b="1">
                  <a:solidFill>
                    <a:srgbClr val="1E40AF"/>
                  </a:solidFill>
                  <a:highlight>
                    <a:srgbClr val="EFF6FF"/>
                  </a:highlight>
                  <a:latin typeface="Inter"/>
                  <a:ea typeface="Inter"/>
                  <a:cs typeface="Inter"/>
                  <a:sym typeface="Inter"/>
                </a:rPr>
                <a:t>Example (Vision)</a:t>
              </a:r>
              <a:endParaRPr sz="850" b="1">
                <a:solidFill>
                  <a:srgbClr val="1E40AF"/>
                </a:solidFill>
                <a:highlight>
                  <a:srgbClr val="EFF6FF"/>
                </a:highlight>
                <a:latin typeface="Inter"/>
                <a:ea typeface="Inter"/>
                <a:cs typeface="Inter"/>
                <a:sym typeface="Inter"/>
              </a:endParaRPr>
            </a:p>
            <a:p>
              <a:pPr marL="0" lvl="0" indent="0" algn="l" rtl="0">
                <a:spcBef>
                  <a:spcPts val="150"/>
                </a:spcBef>
                <a:spcAft>
                  <a:spcPts val="0"/>
                </a:spcAft>
                <a:buNone/>
              </a:pPr>
              <a:r>
                <a:rPr lang="en" sz="950">
                  <a:solidFill>
                    <a:srgbClr val="1E3A8A"/>
                  </a:solidFill>
                  <a:highlight>
                    <a:srgbClr val="EFF6FF"/>
                  </a:highlight>
                  <a:latin typeface="Inter"/>
                  <a:ea typeface="Inter"/>
                  <a:cs typeface="Inter"/>
                  <a:sym typeface="Inter"/>
                </a:rPr>
                <a:t>Deciding that the visual system must take a 2D retinal image and build a 3D representation of objects in the world.</a:t>
              </a:r>
              <a:endParaRPr sz="950">
                <a:solidFill>
                  <a:srgbClr val="1E3A8A"/>
                </a:solidFill>
                <a:highlight>
                  <a:srgbClr val="EFF6FF"/>
                </a:highlight>
                <a:latin typeface="Inter"/>
                <a:ea typeface="Inter"/>
                <a:cs typeface="Inter"/>
                <a:sym typeface="Inter"/>
              </a:endParaRPr>
            </a:p>
          </p:txBody>
        </p:sp>
      </p:grpSp>
      <p:grpSp>
        <p:nvGrpSpPr>
          <p:cNvPr id="664" name="Google Shape;664;p112"/>
          <p:cNvGrpSpPr/>
          <p:nvPr/>
        </p:nvGrpSpPr>
        <p:grpSpPr>
          <a:xfrm>
            <a:off x="3209925" y="1000125"/>
            <a:ext cx="2724300" cy="3857700"/>
            <a:chOff x="3209925" y="1000125"/>
            <a:chExt cx="2724300" cy="3857700"/>
          </a:xfrm>
        </p:grpSpPr>
        <p:grpSp>
          <p:nvGrpSpPr>
            <p:cNvPr id="665" name="Google Shape;665;p112"/>
            <p:cNvGrpSpPr/>
            <p:nvPr/>
          </p:nvGrpSpPr>
          <p:grpSpPr>
            <a:xfrm>
              <a:off x="3209925" y="1000125"/>
              <a:ext cx="2724300" cy="3857700"/>
              <a:chOff x="0" y="0"/>
              <a:chExt cx="2724300" cy="3857700"/>
            </a:xfrm>
          </p:grpSpPr>
          <p:sp>
            <p:nvSpPr>
              <p:cNvPr id="666" name="Google Shape;666;p112"/>
              <p:cNvSpPr/>
              <p:nvPr/>
            </p:nvSpPr>
            <p:spPr>
              <a:xfrm>
                <a:off x="0" y="0"/>
                <a:ext cx="2724300" cy="3857700"/>
              </a:xfrm>
              <a:prstGeom prst="roundRect">
                <a:avLst>
                  <a:gd name="adj" fmla="val 4195"/>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7" name="Google Shape;667;p112"/>
              <p:cNvSpPr/>
              <p:nvPr/>
            </p:nvSpPr>
            <p:spPr>
              <a:xfrm>
                <a:off x="0" y="0"/>
                <a:ext cx="2724300" cy="57300"/>
              </a:xfrm>
              <a:prstGeom prst="roundRect">
                <a:avLst>
                  <a:gd name="adj" fmla="val 50000"/>
                </a:avLst>
              </a:prstGeom>
              <a:solidFill>
                <a:srgbClr val="05966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8" name="Google Shape;668;p112"/>
              <p:cNvSpPr txBox="1"/>
              <p:nvPr/>
            </p:nvSpPr>
            <p:spPr>
              <a:xfrm>
                <a:off x="0" y="0"/>
                <a:ext cx="2724300" cy="3857700"/>
              </a:xfrm>
              <a:prstGeom prst="rect">
                <a:avLst/>
              </a:prstGeom>
              <a:noFill/>
              <a:ln>
                <a:noFill/>
              </a:ln>
            </p:spPr>
            <p:txBody>
              <a:bodyPr spcFirstLastPara="1" wrap="square" lIns="190500" tIns="190500" rIns="190500" bIns="190500" anchor="t" anchorCtr="0">
                <a:noAutofit/>
              </a:bodyPr>
              <a:lstStyle/>
              <a:p>
                <a:pPr marL="0" lvl="0" indent="0" algn="l" rtl="0">
                  <a:spcBef>
                    <a:spcPts val="0"/>
                  </a:spcBef>
                  <a:spcAft>
                    <a:spcPts val="0"/>
                  </a:spcAft>
                  <a:buNone/>
                </a:pPr>
                <a:r>
                  <a:rPr lang="en" sz="2400" b="0">
                    <a:solidFill>
                      <a:srgbClr val="059669"/>
                    </a:solidFill>
                    <a:latin typeface="Oswald"/>
                    <a:ea typeface="Oswald"/>
                    <a:cs typeface="Oswald"/>
                    <a:sym typeface="Oswald"/>
                  </a:rPr>
                  <a:t>02</a:t>
                </a:r>
                <a:endParaRPr sz="2400" b="0">
                  <a:solidFill>
                    <a:srgbClr val="059669"/>
                  </a:solidFill>
                  <a:latin typeface="Oswald"/>
                  <a:ea typeface="Oswald"/>
                  <a:cs typeface="Oswald"/>
                  <a:sym typeface="Oswald"/>
                </a:endParaRPr>
              </a:p>
              <a:p>
                <a:pPr marL="0" lvl="0" indent="0" algn="l" rtl="0">
                  <a:spcBef>
                    <a:spcPts val="450"/>
                  </a:spcBef>
                  <a:spcAft>
                    <a:spcPts val="0"/>
                  </a:spcAft>
                  <a:buNone/>
                </a:pPr>
                <a:r>
                  <a:rPr lang="en" sz="1400" b="1">
                    <a:solidFill>
                      <a:srgbClr val="0F172A"/>
                    </a:solidFill>
                    <a:latin typeface="Inter"/>
                    <a:ea typeface="Inter"/>
                    <a:cs typeface="Inter"/>
                    <a:sym typeface="Inter"/>
                  </a:rPr>
                  <a:t>Algorithmic Level</a:t>
                </a:r>
                <a:endParaRPr sz="1400" b="1">
                  <a:solidFill>
                    <a:srgbClr val="0F172A"/>
                  </a:solidFill>
                  <a:latin typeface="Inter"/>
                  <a:ea typeface="Inter"/>
                  <a:cs typeface="Inter"/>
                  <a:sym typeface="Inter"/>
                </a:endParaRPr>
              </a:p>
              <a:p>
                <a:pPr marL="0" lvl="0" indent="0" algn="l" rtl="0">
                  <a:spcBef>
                    <a:spcPts val="150"/>
                  </a:spcBef>
                  <a:spcAft>
                    <a:spcPts val="0"/>
                  </a:spcAft>
                  <a:buNone/>
                </a:pPr>
                <a:r>
                  <a:rPr lang="en" sz="1000" b="0">
                    <a:solidFill>
                      <a:srgbClr val="059669"/>
                    </a:solidFill>
                    <a:latin typeface="Inter SemiBold"/>
                    <a:ea typeface="Inter SemiBold"/>
                    <a:cs typeface="Inter SemiBold"/>
                    <a:sym typeface="Inter SemiBold"/>
                  </a:rPr>
                  <a:t>(How / Representational)</a:t>
                </a:r>
                <a:endParaRPr sz="1000" b="0">
                  <a:solidFill>
                    <a:srgbClr val="059669"/>
                  </a:solidFill>
                  <a:latin typeface="Inter SemiBold"/>
                  <a:ea typeface="Inter SemiBold"/>
                  <a:cs typeface="Inter SemiBold"/>
                  <a:sym typeface="Inter SemiBold"/>
                </a:endParaRPr>
              </a:p>
              <a:p>
                <a:pPr marL="0" lvl="0" indent="0" algn="l" rtl="0">
                  <a:spcBef>
                    <a:spcPts val="900"/>
                  </a:spcBef>
                  <a:spcAft>
                    <a:spcPts val="0"/>
                  </a:spcAft>
                  <a:buNone/>
                </a:pPr>
                <a:r>
                  <a:rPr lang="en" sz="900" b="1">
                    <a:solidFill>
                      <a:srgbClr val="475569"/>
                    </a:solidFill>
                    <a:latin typeface="Inter"/>
                    <a:ea typeface="Inter"/>
                    <a:cs typeface="Inter"/>
                    <a:sym typeface="Inter"/>
                  </a:rPr>
                  <a:t>Definition</a:t>
                </a:r>
                <a:endParaRPr sz="900" b="1">
                  <a:solidFill>
                    <a:srgbClr val="475569"/>
                  </a:solidFill>
                  <a:latin typeface="Inter"/>
                  <a:ea typeface="Inter"/>
                  <a:cs typeface="Inter"/>
                  <a:sym typeface="Inter"/>
                </a:endParaRPr>
              </a:p>
              <a:p>
                <a:pPr marL="0" lvl="0" indent="0" algn="l" rtl="0">
                  <a:spcBef>
                    <a:spcPts val="150"/>
                  </a:spcBef>
                  <a:spcAft>
                    <a:spcPts val="0"/>
                  </a:spcAft>
                  <a:buNone/>
                </a:pPr>
                <a:r>
                  <a:rPr lang="en" sz="950" b="0">
                    <a:solidFill>
                      <a:srgbClr val="334155"/>
                    </a:solidFill>
                    <a:latin typeface="Inter"/>
                    <a:ea typeface="Inter"/>
                    <a:cs typeface="Inter"/>
                    <a:sym typeface="Inter"/>
                  </a:rPr>
                  <a:t>Specifies input/output representations and algorithmic steps.</a:t>
                </a:r>
                <a:endParaRPr sz="950" b="0">
                  <a:solidFill>
                    <a:srgbClr val="334155"/>
                  </a:solidFill>
                  <a:latin typeface="Inter"/>
                  <a:ea typeface="Inter"/>
                  <a:cs typeface="Inter"/>
                  <a:sym typeface="Inter"/>
                </a:endParaRPr>
              </a:p>
              <a:p>
                <a:pPr marL="0" lvl="0" indent="0" algn="l" rtl="0">
                  <a:spcBef>
                    <a:spcPts val="750"/>
                  </a:spcBef>
                  <a:spcAft>
                    <a:spcPts val="0"/>
                  </a:spcAft>
                  <a:buNone/>
                </a:pPr>
                <a:r>
                  <a:rPr lang="en" sz="900" b="1">
                    <a:solidFill>
                      <a:srgbClr val="475569"/>
                    </a:solidFill>
                    <a:latin typeface="Inter"/>
                    <a:ea typeface="Inter"/>
                    <a:cs typeface="Inter"/>
                    <a:sym typeface="Inter"/>
                  </a:rPr>
                  <a:t>Key Questions</a:t>
                </a:r>
                <a:endParaRPr sz="900" b="1">
                  <a:solidFill>
                    <a:srgbClr val="475569"/>
                  </a:solidFill>
                  <a:latin typeface="Inter"/>
                  <a:ea typeface="Inter"/>
                  <a:cs typeface="Inter"/>
                  <a:sym typeface="Inter"/>
                </a:endParaRPr>
              </a:p>
              <a:p>
                <a:pPr marL="0" lvl="0" indent="0" algn="l" rtl="0">
                  <a:spcBef>
                    <a:spcPts val="150"/>
                  </a:spcBef>
                  <a:spcAft>
                    <a:spcPts val="0"/>
                  </a:spcAft>
                  <a:buNone/>
                </a:pPr>
                <a:r>
                  <a:rPr lang="en" sz="950" b="0">
                    <a:solidFill>
                      <a:srgbClr val="334155"/>
                    </a:solidFill>
                    <a:latin typeface="Inter"/>
                    <a:ea typeface="Inter"/>
                    <a:cs typeface="Inter"/>
                    <a:sym typeface="Inter"/>
                  </a:rPr>
                  <a:t>How is image data represented and processed iteratively?</a:t>
                </a:r>
                <a:endParaRPr sz="950" b="0">
                  <a:solidFill>
                    <a:srgbClr val="334155"/>
                  </a:solidFill>
                  <a:latin typeface="Inter"/>
                  <a:ea typeface="Inter"/>
                  <a:cs typeface="Inter"/>
                  <a:sym typeface="Inter"/>
                </a:endParaRPr>
              </a:p>
              <a:p>
                <a:pPr marL="0" lvl="0" indent="0" algn="l" rtl="0">
                  <a:spcBef>
                    <a:spcPts val="750"/>
                  </a:spcBef>
                  <a:spcAft>
                    <a:spcPts val="0"/>
                  </a:spcAft>
                  <a:buNone/>
                </a:pPr>
                <a:r>
                  <a:rPr lang="en" sz="850" b="1">
                    <a:solidFill>
                      <a:srgbClr val="065F46"/>
                    </a:solidFill>
                    <a:highlight>
                      <a:srgbClr val="ECFDF5"/>
                    </a:highlight>
                    <a:latin typeface="Inter"/>
                    <a:ea typeface="Inter"/>
                    <a:cs typeface="Inter"/>
                    <a:sym typeface="Inter"/>
                  </a:rPr>
                  <a:t>Example (Medical Imaging)</a:t>
                </a:r>
                <a:endParaRPr sz="850" b="1">
                  <a:solidFill>
                    <a:srgbClr val="065F46"/>
                  </a:solidFill>
                  <a:highlight>
                    <a:srgbClr val="ECFDF5"/>
                  </a:highlight>
                  <a:latin typeface="Inter"/>
                  <a:ea typeface="Inter"/>
                  <a:cs typeface="Inter"/>
                  <a:sym typeface="Inter"/>
                </a:endParaRPr>
              </a:p>
              <a:p>
                <a:pPr marL="0" lvl="0" indent="0" algn="l" rtl="0">
                  <a:spcBef>
                    <a:spcPts val="150"/>
                  </a:spcBef>
                  <a:spcAft>
                    <a:spcPts val="0"/>
                  </a:spcAft>
                  <a:buNone/>
                </a:pPr>
                <a:r>
                  <a:rPr lang="en" sz="900" b="0">
                    <a:solidFill>
                      <a:srgbClr val="064E3B"/>
                    </a:solidFill>
                    <a:highlight>
                      <a:srgbClr val="ECFDF5"/>
                    </a:highlight>
                    <a:latin typeface="Inter"/>
                    <a:ea typeface="Inter"/>
                    <a:cs typeface="Inter"/>
                    <a:sym typeface="Inter"/>
                  </a:rPr>
                  <a:t>Edge detection filters, deep CNN feature maps, and deformable mesh segmentation algorithms.</a:t>
                </a:r>
                <a:endParaRPr sz="900" b="0">
                  <a:solidFill>
                    <a:srgbClr val="064E3B"/>
                  </a:solidFill>
                  <a:highlight>
                    <a:srgbClr val="ECFDF5"/>
                  </a:highlight>
                  <a:latin typeface="Inter"/>
                  <a:ea typeface="Inter"/>
                  <a:cs typeface="Inter"/>
                  <a:sym typeface="Inter"/>
                </a:endParaRPr>
              </a:p>
            </p:txBody>
          </p:sp>
        </p:grpSp>
        <p:sp>
          <p:nvSpPr>
            <p:cNvPr id="669" name="Google Shape;669;p112"/>
            <p:cNvSpPr txBox="1"/>
            <p:nvPr/>
          </p:nvSpPr>
          <p:spPr>
            <a:xfrm>
              <a:off x="3318733" y="3807805"/>
              <a:ext cx="2399700" cy="919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50" b="1">
                  <a:solidFill>
                    <a:srgbClr val="065F46"/>
                  </a:solidFill>
                  <a:highlight>
                    <a:srgbClr val="ECFDF5"/>
                  </a:highlight>
                  <a:latin typeface="Inter"/>
                  <a:ea typeface="Inter"/>
                  <a:cs typeface="Inter"/>
                  <a:sym typeface="Inter"/>
                </a:rPr>
                <a:t>Example (Vision)</a:t>
              </a:r>
              <a:endParaRPr sz="850" b="1">
                <a:solidFill>
                  <a:srgbClr val="065F46"/>
                </a:solidFill>
                <a:highlight>
                  <a:srgbClr val="ECFDF5"/>
                </a:highlight>
                <a:latin typeface="Inter"/>
                <a:ea typeface="Inter"/>
                <a:cs typeface="Inter"/>
                <a:sym typeface="Inter"/>
              </a:endParaRPr>
            </a:p>
            <a:p>
              <a:pPr marL="0" lvl="0" indent="0" algn="l" rtl="0">
                <a:spcBef>
                  <a:spcPts val="150"/>
                </a:spcBef>
                <a:spcAft>
                  <a:spcPts val="0"/>
                </a:spcAft>
                <a:buNone/>
              </a:pPr>
              <a:r>
                <a:rPr lang="en" sz="950">
                  <a:solidFill>
                    <a:srgbClr val="064E3B"/>
                  </a:solidFill>
                  <a:highlight>
                    <a:srgbClr val="ECFDF5"/>
                  </a:highlight>
                  <a:latin typeface="Inter"/>
                  <a:ea typeface="Inter"/>
                  <a:cs typeface="Inter"/>
                  <a:sym typeface="Inter"/>
                </a:rPr>
                <a:t>Using edge detection, primal sketches, and hierarchical layers of representations to process visual features.</a:t>
              </a:r>
              <a:endParaRPr/>
            </a:p>
          </p:txBody>
        </p:sp>
      </p:grpSp>
      <p:grpSp>
        <p:nvGrpSpPr>
          <p:cNvPr id="670" name="Google Shape;670;p112"/>
          <p:cNvGrpSpPr/>
          <p:nvPr/>
        </p:nvGrpSpPr>
        <p:grpSpPr>
          <a:xfrm>
            <a:off x="6134100" y="1000125"/>
            <a:ext cx="2724300" cy="3857700"/>
            <a:chOff x="6134100" y="1000125"/>
            <a:chExt cx="2724300" cy="3857700"/>
          </a:xfrm>
        </p:grpSpPr>
        <p:grpSp>
          <p:nvGrpSpPr>
            <p:cNvPr id="671" name="Google Shape;671;p112"/>
            <p:cNvGrpSpPr/>
            <p:nvPr/>
          </p:nvGrpSpPr>
          <p:grpSpPr>
            <a:xfrm>
              <a:off x="6134100" y="1000125"/>
              <a:ext cx="2724300" cy="3857700"/>
              <a:chOff x="0" y="0"/>
              <a:chExt cx="2724300" cy="3857700"/>
            </a:xfrm>
          </p:grpSpPr>
          <p:sp>
            <p:nvSpPr>
              <p:cNvPr id="672" name="Google Shape;672;p112"/>
              <p:cNvSpPr/>
              <p:nvPr/>
            </p:nvSpPr>
            <p:spPr>
              <a:xfrm>
                <a:off x="0" y="0"/>
                <a:ext cx="2724300" cy="3857700"/>
              </a:xfrm>
              <a:prstGeom prst="roundRect">
                <a:avLst>
                  <a:gd name="adj" fmla="val 4195"/>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3" name="Google Shape;673;p112"/>
              <p:cNvSpPr/>
              <p:nvPr/>
            </p:nvSpPr>
            <p:spPr>
              <a:xfrm>
                <a:off x="0" y="0"/>
                <a:ext cx="2724300" cy="57300"/>
              </a:xfrm>
              <a:prstGeom prst="roundRect">
                <a:avLst>
                  <a:gd name="adj" fmla="val 50000"/>
                </a:avLst>
              </a:prstGeom>
              <a:solidFill>
                <a:srgbClr val="7C3AE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4" name="Google Shape;674;p112"/>
              <p:cNvSpPr txBox="1"/>
              <p:nvPr/>
            </p:nvSpPr>
            <p:spPr>
              <a:xfrm>
                <a:off x="0" y="0"/>
                <a:ext cx="2724300" cy="3857700"/>
              </a:xfrm>
              <a:prstGeom prst="rect">
                <a:avLst/>
              </a:prstGeom>
              <a:noFill/>
              <a:ln>
                <a:noFill/>
              </a:ln>
            </p:spPr>
            <p:txBody>
              <a:bodyPr spcFirstLastPara="1" wrap="square" lIns="190500" tIns="190500" rIns="190500" bIns="190500" anchor="t" anchorCtr="0">
                <a:noAutofit/>
              </a:bodyPr>
              <a:lstStyle/>
              <a:p>
                <a:pPr marL="0" lvl="0" indent="0" algn="l" rtl="0">
                  <a:spcBef>
                    <a:spcPts val="0"/>
                  </a:spcBef>
                  <a:spcAft>
                    <a:spcPts val="0"/>
                  </a:spcAft>
                  <a:buNone/>
                </a:pPr>
                <a:r>
                  <a:rPr lang="en" sz="2400" b="0">
                    <a:solidFill>
                      <a:srgbClr val="7C3AED"/>
                    </a:solidFill>
                    <a:latin typeface="Oswald"/>
                    <a:ea typeface="Oswald"/>
                    <a:cs typeface="Oswald"/>
                    <a:sym typeface="Oswald"/>
                  </a:rPr>
                  <a:t>03</a:t>
                </a:r>
                <a:endParaRPr sz="2400" b="0">
                  <a:solidFill>
                    <a:srgbClr val="7C3AED"/>
                  </a:solidFill>
                  <a:latin typeface="Oswald"/>
                  <a:ea typeface="Oswald"/>
                  <a:cs typeface="Oswald"/>
                  <a:sym typeface="Oswald"/>
                </a:endParaRPr>
              </a:p>
              <a:p>
                <a:pPr marL="0" lvl="0" indent="0" algn="l" rtl="0">
                  <a:spcBef>
                    <a:spcPts val="450"/>
                  </a:spcBef>
                  <a:spcAft>
                    <a:spcPts val="0"/>
                  </a:spcAft>
                  <a:buNone/>
                </a:pPr>
                <a:r>
                  <a:rPr lang="en" sz="1400" b="1">
                    <a:solidFill>
                      <a:srgbClr val="0F172A"/>
                    </a:solidFill>
                    <a:latin typeface="Inter"/>
                    <a:ea typeface="Inter"/>
                    <a:cs typeface="Inter"/>
                    <a:sym typeface="Inter"/>
                  </a:rPr>
                  <a:t>Implementational Level</a:t>
                </a:r>
                <a:endParaRPr sz="1400" b="1">
                  <a:solidFill>
                    <a:srgbClr val="0F172A"/>
                  </a:solidFill>
                  <a:latin typeface="Inter"/>
                  <a:ea typeface="Inter"/>
                  <a:cs typeface="Inter"/>
                  <a:sym typeface="Inter"/>
                </a:endParaRPr>
              </a:p>
              <a:p>
                <a:pPr marL="0" lvl="0" indent="0" algn="l" rtl="0">
                  <a:spcBef>
                    <a:spcPts val="150"/>
                  </a:spcBef>
                  <a:spcAft>
                    <a:spcPts val="0"/>
                  </a:spcAft>
                  <a:buNone/>
                </a:pPr>
                <a:r>
                  <a:rPr lang="en" sz="1000" b="0">
                    <a:solidFill>
                      <a:srgbClr val="7C3AED"/>
                    </a:solidFill>
                    <a:latin typeface="Inter SemiBold"/>
                    <a:ea typeface="Inter SemiBold"/>
                    <a:cs typeface="Inter SemiBold"/>
                    <a:sym typeface="Inter SemiBold"/>
                  </a:rPr>
                  <a:t>(Physical Realization)</a:t>
                </a:r>
                <a:endParaRPr sz="1000" b="0">
                  <a:solidFill>
                    <a:srgbClr val="7C3AED"/>
                  </a:solidFill>
                  <a:latin typeface="Inter SemiBold"/>
                  <a:ea typeface="Inter SemiBold"/>
                  <a:cs typeface="Inter SemiBold"/>
                  <a:sym typeface="Inter SemiBold"/>
                </a:endParaRPr>
              </a:p>
              <a:p>
                <a:pPr marL="0" lvl="0" indent="0" algn="l" rtl="0">
                  <a:spcBef>
                    <a:spcPts val="900"/>
                  </a:spcBef>
                  <a:spcAft>
                    <a:spcPts val="0"/>
                  </a:spcAft>
                  <a:buNone/>
                </a:pPr>
                <a:r>
                  <a:rPr lang="en" sz="900" b="1">
                    <a:solidFill>
                      <a:srgbClr val="475569"/>
                    </a:solidFill>
                    <a:latin typeface="Inter"/>
                    <a:ea typeface="Inter"/>
                    <a:cs typeface="Inter"/>
                    <a:sym typeface="Inter"/>
                  </a:rPr>
                  <a:t>Definition</a:t>
                </a:r>
                <a:endParaRPr sz="900" b="1">
                  <a:solidFill>
                    <a:srgbClr val="475569"/>
                  </a:solidFill>
                  <a:latin typeface="Inter"/>
                  <a:ea typeface="Inter"/>
                  <a:cs typeface="Inter"/>
                  <a:sym typeface="Inter"/>
                </a:endParaRPr>
              </a:p>
              <a:p>
                <a:pPr marL="0" lvl="0" indent="0" algn="l" rtl="0">
                  <a:spcBef>
                    <a:spcPts val="150"/>
                  </a:spcBef>
                  <a:spcAft>
                    <a:spcPts val="0"/>
                  </a:spcAft>
                  <a:buNone/>
                </a:pPr>
                <a:r>
                  <a:rPr lang="en" sz="950" b="0">
                    <a:solidFill>
                      <a:srgbClr val="334155"/>
                    </a:solidFill>
                    <a:latin typeface="Inter"/>
                    <a:ea typeface="Inter"/>
                    <a:cs typeface="Inter"/>
                    <a:sym typeface="Inter"/>
                  </a:rPr>
                  <a:t>Physical substrate where algorithms and representations exist.</a:t>
                </a:r>
                <a:endParaRPr sz="950" b="0">
                  <a:solidFill>
                    <a:srgbClr val="334155"/>
                  </a:solidFill>
                  <a:latin typeface="Inter"/>
                  <a:ea typeface="Inter"/>
                  <a:cs typeface="Inter"/>
                  <a:sym typeface="Inter"/>
                </a:endParaRPr>
              </a:p>
              <a:p>
                <a:pPr marL="0" lvl="0" indent="0" algn="l" rtl="0">
                  <a:spcBef>
                    <a:spcPts val="750"/>
                  </a:spcBef>
                  <a:spcAft>
                    <a:spcPts val="0"/>
                  </a:spcAft>
                  <a:buNone/>
                </a:pPr>
                <a:r>
                  <a:rPr lang="en" sz="900" b="1">
                    <a:solidFill>
                      <a:srgbClr val="475569"/>
                    </a:solidFill>
                    <a:latin typeface="Inter"/>
                    <a:ea typeface="Inter"/>
                    <a:cs typeface="Inter"/>
                    <a:sym typeface="Inter"/>
                  </a:rPr>
                  <a:t>Key Questions</a:t>
                </a:r>
                <a:endParaRPr sz="900" b="1">
                  <a:solidFill>
                    <a:srgbClr val="475569"/>
                  </a:solidFill>
                  <a:latin typeface="Inter"/>
                  <a:ea typeface="Inter"/>
                  <a:cs typeface="Inter"/>
                  <a:sym typeface="Inter"/>
                </a:endParaRPr>
              </a:p>
              <a:p>
                <a:pPr marL="0" lvl="0" indent="0" algn="l" rtl="0">
                  <a:spcBef>
                    <a:spcPts val="150"/>
                  </a:spcBef>
                  <a:spcAft>
                    <a:spcPts val="0"/>
                  </a:spcAft>
                  <a:buNone/>
                </a:pPr>
                <a:r>
                  <a:rPr lang="en" sz="950" b="0">
                    <a:solidFill>
                      <a:srgbClr val="334155"/>
                    </a:solidFill>
                    <a:latin typeface="Inter"/>
                    <a:ea typeface="Inter"/>
                    <a:cs typeface="Inter"/>
                    <a:sym typeface="Inter"/>
                  </a:rPr>
                  <a:t>What physical hardware or biological structures execute it?</a:t>
                </a:r>
                <a:endParaRPr sz="950" b="0">
                  <a:solidFill>
                    <a:srgbClr val="334155"/>
                  </a:solidFill>
                  <a:latin typeface="Inter"/>
                  <a:ea typeface="Inter"/>
                  <a:cs typeface="Inter"/>
                  <a:sym typeface="Inter"/>
                </a:endParaRPr>
              </a:p>
              <a:p>
                <a:pPr marL="0" lvl="0" indent="0" algn="l" rtl="0">
                  <a:spcBef>
                    <a:spcPts val="750"/>
                  </a:spcBef>
                  <a:spcAft>
                    <a:spcPts val="0"/>
                  </a:spcAft>
                  <a:buNone/>
                </a:pPr>
                <a:r>
                  <a:rPr lang="en" sz="850" b="1">
                    <a:solidFill>
                      <a:srgbClr val="5B21B6"/>
                    </a:solidFill>
                    <a:highlight>
                      <a:srgbClr val="F5F3FF"/>
                    </a:highlight>
                    <a:latin typeface="Inter"/>
                    <a:ea typeface="Inter"/>
                    <a:cs typeface="Inter"/>
                    <a:sym typeface="Inter"/>
                  </a:rPr>
                  <a:t>Example (Medical Imaging)</a:t>
                </a:r>
                <a:endParaRPr sz="850" b="1">
                  <a:solidFill>
                    <a:srgbClr val="5B21B6"/>
                  </a:solidFill>
                  <a:highlight>
                    <a:srgbClr val="F5F3FF"/>
                  </a:highlight>
                  <a:latin typeface="Inter"/>
                  <a:ea typeface="Inter"/>
                  <a:cs typeface="Inter"/>
                  <a:sym typeface="Inter"/>
                </a:endParaRPr>
              </a:p>
              <a:p>
                <a:pPr marL="0" lvl="0" indent="0" algn="l" rtl="0">
                  <a:spcBef>
                    <a:spcPts val="150"/>
                  </a:spcBef>
                  <a:spcAft>
                    <a:spcPts val="0"/>
                  </a:spcAft>
                  <a:buNone/>
                </a:pPr>
                <a:r>
                  <a:rPr lang="en" sz="900">
                    <a:solidFill>
                      <a:srgbClr val="4C1D95"/>
                    </a:solidFill>
                    <a:highlight>
                      <a:srgbClr val="F5F3FF"/>
                    </a:highlight>
                    <a:latin typeface="Inter"/>
                    <a:ea typeface="Inter"/>
                    <a:cs typeface="Inter"/>
                    <a:sym typeface="Inter"/>
                  </a:rPr>
                  <a:t>RF coil arrays and analog-to-digital converters capturing k-space signals, then GPU clusters executing reconstruction and deep-learning segmentation.</a:t>
                </a:r>
                <a:endParaRPr sz="900">
                  <a:solidFill>
                    <a:srgbClr val="4C1D95"/>
                  </a:solidFill>
                  <a:highlight>
                    <a:srgbClr val="F5F3FF"/>
                  </a:highlight>
                  <a:latin typeface="Inter"/>
                  <a:ea typeface="Inter"/>
                  <a:cs typeface="Inter"/>
                  <a:sym typeface="Inter"/>
                </a:endParaRPr>
              </a:p>
              <a:p>
                <a:pPr marL="0" lvl="0" indent="0" algn="l" rtl="0">
                  <a:spcBef>
                    <a:spcPts val="0"/>
                  </a:spcBef>
                  <a:spcAft>
                    <a:spcPts val="0"/>
                  </a:spcAft>
                  <a:buNone/>
                </a:pPr>
                <a:endParaRPr sz="900">
                  <a:solidFill>
                    <a:srgbClr val="4C1D95"/>
                  </a:solidFill>
                  <a:highlight>
                    <a:srgbClr val="F5F3FF"/>
                  </a:highlight>
                  <a:latin typeface="Inter"/>
                  <a:ea typeface="Inter"/>
                  <a:cs typeface="Inter"/>
                  <a:sym typeface="Inter"/>
                </a:endParaRPr>
              </a:p>
              <a:p>
                <a:pPr marL="0" lvl="0" indent="0" algn="l" rtl="0">
                  <a:spcBef>
                    <a:spcPts val="0"/>
                  </a:spcBef>
                  <a:spcAft>
                    <a:spcPts val="0"/>
                  </a:spcAft>
                  <a:buNone/>
                </a:pPr>
                <a:endParaRPr sz="900">
                  <a:solidFill>
                    <a:srgbClr val="4C1D95"/>
                  </a:solidFill>
                  <a:highlight>
                    <a:srgbClr val="F5F3FF"/>
                  </a:highlight>
                  <a:latin typeface="Inter"/>
                  <a:ea typeface="Inter"/>
                  <a:cs typeface="Inter"/>
                  <a:sym typeface="Inter"/>
                </a:endParaRPr>
              </a:p>
            </p:txBody>
          </p:sp>
        </p:grpSp>
        <p:sp>
          <p:nvSpPr>
            <p:cNvPr id="675" name="Google Shape;675;p112"/>
            <p:cNvSpPr txBox="1"/>
            <p:nvPr/>
          </p:nvSpPr>
          <p:spPr>
            <a:xfrm>
              <a:off x="6253200" y="3942135"/>
              <a:ext cx="2399700" cy="77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50" b="1">
                  <a:solidFill>
                    <a:srgbClr val="5B21B6"/>
                  </a:solidFill>
                  <a:highlight>
                    <a:srgbClr val="F5F3FF"/>
                  </a:highlight>
                  <a:latin typeface="Inter"/>
                  <a:ea typeface="Inter"/>
                  <a:cs typeface="Inter"/>
                  <a:sym typeface="Inter"/>
                </a:rPr>
                <a:t>Example (Vision)</a:t>
              </a:r>
              <a:endParaRPr sz="850" b="1">
                <a:solidFill>
                  <a:srgbClr val="5B21B6"/>
                </a:solidFill>
                <a:highlight>
                  <a:srgbClr val="F5F3FF"/>
                </a:highlight>
                <a:latin typeface="Inter"/>
                <a:ea typeface="Inter"/>
                <a:cs typeface="Inter"/>
                <a:sym typeface="Inter"/>
              </a:endParaRPr>
            </a:p>
            <a:p>
              <a:pPr marL="0" lvl="0" indent="0" algn="l" rtl="0">
                <a:spcBef>
                  <a:spcPts val="150"/>
                </a:spcBef>
                <a:spcAft>
                  <a:spcPts val="0"/>
                </a:spcAft>
                <a:buNone/>
              </a:pPr>
              <a:r>
                <a:rPr lang="en" sz="950">
                  <a:solidFill>
                    <a:srgbClr val="4C1D95"/>
                  </a:solidFill>
                  <a:highlight>
                    <a:srgbClr val="F5F3FF"/>
                  </a:highlight>
                  <a:latin typeface="Inter"/>
                  <a:ea typeface="Inter"/>
                  <a:cs typeface="Inter"/>
                  <a:sym typeface="Inter"/>
                </a:rPr>
                <a:t>Firing rates of retinal ganglion cells, photoreceptors (rods and cones), and visual cortex pathways.</a:t>
              </a:r>
              <a:endParaRPr sz="950">
                <a:solidFill>
                  <a:srgbClr val="4C1D95"/>
                </a:solidFill>
                <a:highlight>
                  <a:srgbClr val="F5F3FF"/>
                </a:highlight>
                <a:latin typeface="Inter"/>
                <a:ea typeface="Inter"/>
                <a:cs typeface="Inter"/>
                <a:sym typeface="Inter"/>
              </a:endParaRPr>
            </a:p>
          </p:txBody>
        </p:sp>
      </p:grpSp>
      <p:pic>
        <p:nvPicPr>
          <p:cNvPr id="676" name="Google Shape;676;p112"/>
          <p:cNvPicPr preferRelativeResize="0"/>
          <p:nvPr/>
        </p:nvPicPr>
        <p:blipFill rotWithShape="1">
          <a:blip r:embed="rId4">
            <a:alphaModFix/>
          </a:blip>
          <a:srcRect b="19257"/>
          <a:stretch/>
        </p:blipFill>
        <p:spPr>
          <a:xfrm>
            <a:off x="7879200" y="38526"/>
            <a:ext cx="1180049" cy="1201725"/>
          </a:xfrm>
          <a:prstGeom prst="rect">
            <a:avLst/>
          </a:prstGeom>
          <a:noFill/>
          <a:ln w="9525" cap="flat" cmpd="sng">
            <a:solidFill>
              <a:srgbClr val="B7B7B7"/>
            </a:solidFill>
            <a:prstDash val="solid"/>
            <a:round/>
            <a:headEnd type="none" w="sm" len="sm"/>
            <a:tailEnd type="none" w="sm" len="sm"/>
          </a:ln>
        </p:spPr>
      </p:pic>
      <p:sp>
        <p:nvSpPr>
          <p:cNvPr id="677" name="Google Shape;677;p112"/>
          <p:cNvSpPr txBox="1"/>
          <p:nvPr/>
        </p:nvSpPr>
        <p:spPr>
          <a:xfrm>
            <a:off x="6748250" y="0"/>
            <a:ext cx="1180200" cy="416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700" b="1">
                <a:solidFill>
                  <a:srgbClr val="0000FF"/>
                </a:solidFill>
                <a:uFill>
                  <a:noFill/>
                </a:uFill>
                <a:hlinkClick r:id="rId5">
                  <a:extLst>
                    <a:ext uri="{A12FA001-AC4F-418D-AE19-62706E023703}">
                      <ahyp:hlinkClr xmlns:ahyp="http://schemas.microsoft.com/office/drawing/2018/hyperlinkcolor" val="tx"/>
                    </a:ext>
                  </a:extLst>
                </a:hlinkClick>
              </a:rPr>
              <a:t>David Marr</a:t>
            </a:r>
            <a:r>
              <a:rPr lang="en" sz="700" b="1">
                <a:solidFill>
                  <a:srgbClr val="0000FF"/>
                </a:solidFill>
              </a:rPr>
              <a:t> </a:t>
            </a:r>
            <a:r>
              <a:rPr lang="en" sz="700">
                <a:solidFill>
                  <a:schemeClr val="dk1"/>
                </a:solidFill>
              </a:rPr>
              <a:t>(1945-1980) </a:t>
            </a:r>
            <a:endParaRPr sz="700">
              <a:solidFill>
                <a:schemeClr val="dk1"/>
              </a:solidFill>
            </a:endParaRPr>
          </a:p>
          <a:p>
            <a:pPr marL="0" lvl="0" indent="0" algn="ctr" rtl="0">
              <a:lnSpc>
                <a:spcPct val="115000"/>
              </a:lnSpc>
              <a:spcBef>
                <a:spcPts val="0"/>
              </a:spcBef>
              <a:spcAft>
                <a:spcPts val="0"/>
              </a:spcAft>
              <a:buNone/>
            </a:pPr>
            <a:r>
              <a:rPr lang="en" sz="700">
                <a:solidFill>
                  <a:schemeClr val="dk1"/>
                </a:solidFill>
              </a:rPr>
              <a:t>                       at  MIT</a:t>
            </a:r>
            <a:endParaRPr sz="700">
              <a:solidFill>
                <a:schemeClr val="dk1"/>
              </a:solidFill>
            </a:endParaRPr>
          </a:p>
        </p:txBody>
      </p:sp>
      <p:sp>
        <p:nvSpPr>
          <p:cNvPr id="678" name="Google Shape;678;p112"/>
          <p:cNvSpPr txBox="1"/>
          <p:nvPr/>
        </p:nvSpPr>
        <p:spPr>
          <a:xfrm>
            <a:off x="1956657" y="4899652"/>
            <a:ext cx="6078000" cy="26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
              <a:t>David Marr: Vision - </a:t>
            </a:r>
            <a:r>
              <a:rPr lang="en" sz="500">
                <a:solidFill>
                  <a:srgbClr val="202122"/>
                </a:solidFill>
                <a:highlight>
                  <a:srgbClr val="FFFFFF"/>
                </a:highlight>
              </a:rPr>
              <a:t>A Computational Investigation into the Human Representation and Processing of Visual Information. San Francisco: W. H. Freeman and Company, 1982</a:t>
            </a:r>
            <a:endParaRPr sz="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pic>
        <p:nvPicPr>
          <p:cNvPr id="683" name="Google Shape;683;p113"/>
          <p:cNvPicPr preferRelativeResize="0"/>
          <p:nvPr/>
        </p:nvPicPr>
        <p:blipFill>
          <a:blip r:embed="rId3">
            <a:alphaModFix/>
          </a:blip>
          <a:stretch>
            <a:fillRect/>
          </a:stretch>
        </p:blipFill>
        <p:spPr>
          <a:xfrm>
            <a:off x="274325" y="331200"/>
            <a:ext cx="2765551" cy="4089426"/>
          </a:xfrm>
          <a:prstGeom prst="rect">
            <a:avLst/>
          </a:prstGeom>
          <a:noFill/>
          <a:ln>
            <a:noFill/>
          </a:ln>
        </p:spPr>
      </p:pic>
      <p:pic>
        <p:nvPicPr>
          <p:cNvPr id="684" name="Google Shape;684;p113"/>
          <p:cNvPicPr preferRelativeResize="0"/>
          <p:nvPr/>
        </p:nvPicPr>
        <p:blipFill>
          <a:blip r:embed="rId4">
            <a:alphaModFix/>
          </a:blip>
          <a:stretch>
            <a:fillRect/>
          </a:stretch>
        </p:blipFill>
        <p:spPr>
          <a:xfrm>
            <a:off x="355025" y="4581875"/>
            <a:ext cx="260450" cy="350425"/>
          </a:xfrm>
          <a:prstGeom prst="rect">
            <a:avLst/>
          </a:prstGeom>
          <a:noFill/>
          <a:ln>
            <a:noFill/>
          </a:ln>
        </p:spPr>
      </p:pic>
      <p:sp>
        <p:nvSpPr>
          <p:cNvPr id="685" name="Google Shape;685;p113"/>
          <p:cNvSpPr txBox="1"/>
          <p:nvPr/>
        </p:nvSpPr>
        <p:spPr>
          <a:xfrm>
            <a:off x="3726251" y="532713"/>
            <a:ext cx="3884700" cy="36864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300"/>
              <a:t>0. Introduction</a:t>
            </a:r>
            <a:endParaRPr sz="1500"/>
          </a:p>
          <a:p>
            <a:pPr marL="0" lvl="0" indent="0" algn="l" rtl="0">
              <a:lnSpc>
                <a:spcPct val="150000"/>
              </a:lnSpc>
              <a:spcBef>
                <a:spcPts val="0"/>
              </a:spcBef>
              <a:spcAft>
                <a:spcPts val="0"/>
              </a:spcAft>
              <a:buNone/>
            </a:pPr>
            <a:r>
              <a:rPr lang="en" sz="1300"/>
              <a:t>1. Co-Existence</a:t>
            </a:r>
            <a:endParaRPr sz="1300"/>
          </a:p>
          <a:p>
            <a:pPr marL="0" lvl="0" indent="0" algn="l" rtl="0">
              <a:lnSpc>
                <a:spcPct val="150000"/>
              </a:lnSpc>
              <a:spcBef>
                <a:spcPts val="0"/>
              </a:spcBef>
              <a:spcAft>
                <a:spcPts val="0"/>
              </a:spcAft>
              <a:buNone/>
            </a:pPr>
            <a:r>
              <a:rPr lang="en" sz="1300"/>
              <a:t>2. Scale</a:t>
            </a:r>
            <a:endParaRPr sz="1300"/>
          </a:p>
          <a:p>
            <a:pPr marL="0" lvl="0" indent="0" algn="l" rtl="0">
              <a:lnSpc>
                <a:spcPct val="150000"/>
              </a:lnSpc>
              <a:spcBef>
                <a:spcPts val="0"/>
              </a:spcBef>
              <a:spcAft>
                <a:spcPts val="0"/>
              </a:spcAft>
              <a:buNone/>
            </a:pPr>
            <a:r>
              <a:rPr lang="en" sz="1300"/>
              <a:t>3. How to Think Like an AI</a:t>
            </a:r>
            <a:endParaRPr sz="1300"/>
          </a:p>
          <a:p>
            <a:pPr marL="0" lvl="0" indent="0" algn="l" rtl="0">
              <a:lnSpc>
                <a:spcPct val="150000"/>
              </a:lnSpc>
              <a:spcBef>
                <a:spcPts val="0"/>
              </a:spcBef>
              <a:spcAft>
                <a:spcPts val="0"/>
              </a:spcAft>
              <a:buNone/>
            </a:pPr>
            <a:r>
              <a:rPr lang="en" sz="1300"/>
              <a:t>4. How to Work with AI</a:t>
            </a:r>
            <a:endParaRPr sz="1300"/>
          </a:p>
          <a:p>
            <a:pPr marL="0" lvl="0" indent="0" algn="l" rtl="0">
              <a:lnSpc>
                <a:spcPct val="150000"/>
              </a:lnSpc>
              <a:spcBef>
                <a:spcPts val="0"/>
              </a:spcBef>
              <a:spcAft>
                <a:spcPts val="0"/>
              </a:spcAft>
              <a:buNone/>
            </a:pPr>
            <a:r>
              <a:rPr lang="en" sz="1300"/>
              <a:t>5. How to Think Like a Human</a:t>
            </a:r>
            <a:endParaRPr sz="1300"/>
          </a:p>
          <a:p>
            <a:pPr marL="0" lvl="0" indent="0" algn="l" rtl="0">
              <a:lnSpc>
                <a:spcPct val="150000"/>
              </a:lnSpc>
              <a:spcBef>
                <a:spcPts val="0"/>
              </a:spcBef>
              <a:spcAft>
                <a:spcPts val="0"/>
              </a:spcAft>
              <a:buNone/>
            </a:pPr>
            <a:r>
              <a:rPr lang="en" sz="1300"/>
              <a:t>6. When to Use AI</a:t>
            </a:r>
            <a:endParaRPr sz="1300"/>
          </a:p>
          <a:p>
            <a:pPr marL="0" lvl="0" indent="0" algn="l" rtl="0">
              <a:lnSpc>
                <a:spcPct val="150000"/>
              </a:lnSpc>
              <a:spcBef>
                <a:spcPts val="0"/>
              </a:spcBef>
              <a:spcAft>
                <a:spcPts val="0"/>
              </a:spcAft>
              <a:buNone/>
            </a:pPr>
            <a:r>
              <a:rPr lang="en" sz="1300"/>
              <a:t>7. AI and Work</a:t>
            </a:r>
            <a:endParaRPr sz="1300"/>
          </a:p>
          <a:p>
            <a:pPr marL="0" lvl="0" indent="0" algn="l" rtl="0">
              <a:lnSpc>
                <a:spcPct val="150000"/>
              </a:lnSpc>
              <a:spcBef>
                <a:spcPts val="0"/>
              </a:spcBef>
              <a:spcAft>
                <a:spcPts val="0"/>
              </a:spcAft>
              <a:buNone/>
            </a:pPr>
            <a:r>
              <a:rPr lang="en" sz="1300"/>
              <a:t>8. Education</a:t>
            </a:r>
            <a:endParaRPr sz="1300"/>
          </a:p>
          <a:p>
            <a:pPr marL="0" lvl="0" indent="0" algn="l" rtl="0">
              <a:lnSpc>
                <a:spcPct val="150000"/>
              </a:lnSpc>
              <a:spcBef>
                <a:spcPts val="0"/>
              </a:spcBef>
              <a:spcAft>
                <a:spcPts val="0"/>
              </a:spcAft>
              <a:buNone/>
            </a:pPr>
            <a:r>
              <a:rPr lang="en" sz="1300"/>
              <a:t>9. Society</a:t>
            </a:r>
            <a:endParaRPr sz="1300"/>
          </a:p>
          <a:p>
            <a:pPr marL="0" lvl="0" indent="0" algn="l" rtl="0">
              <a:lnSpc>
                <a:spcPct val="150000"/>
              </a:lnSpc>
              <a:spcBef>
                <a:spcPts val="0"/>
              </a:spcBef>
              <a:spcAft>
                <a:spcPts val="0"/>
              </a:spcAft>
              <a:buNone/>
            </a:pPr>
            <a:r>
              <a:rPr lang="en" sz="1300"/>
              <a:t>10. Who Is on the Other End of the Line?</a:t>
            </a:r>
            <a:endParaRPr sz="1300"/>
          </a:p>
          <a:p>
            <a:pPr marL="0" lvl="0" indent="0" algn="l" rtl="0">
              <a:lnSpc>
                <a:spcPct val="150000"/>
              </a:lnSpc>
              <a:spcBef>
                <a:spcPts val="0"/>
              </a:spcBef>
              <a:spcAft>
                <a:spcPts val="0"/>
              </a:spcAft>
              <a:buNone/>
            </a:pPr>
            <a:r>
              <a:rPr lang="en" sz="1300"/>
              <a:t>11. The Elevator and the Eschaton</a:t>
            </a:r>
            <a:endParaRPr sz="1500"/>
          </a:p>
        </p:txBody>
      </p:sp>
      <p:sp>
        <p:nvSpPr>
          <p:cNvPr id="686" name="Google Shape;686;p113"/>
          <p:cNvSpPr txBox="1"/>
          <p:nvPr/>
        </p:nvSpPr>
        <p:spPr>
          <a:xfrm rot="964620">
            <a:off x="5885458" y="739591"/>
            <a:ext cx="2619445" cy="461739"/>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800" b="1"/>
              <a:t>Highly recommended</a:t>
            </a:r>
            <a:endParaRPr sz="1800" b="1"/>
          </a:p>
        </p:txBody>
      </p:sp>
      <p:sp>
        <p:nvSpPr>
          <p:cNvPr id="687" name="Google Shape;687;p113"/>
          <p:cNvSpPr txBox="1"/>
          <p:nvPr/>
        </p:nvSpPr>
        <p:spPr>
          <a:xfrm>
            <a:off x="831975" y="4587738"/>
            <a:ext cx="15252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0000FF"/>
                </a:solidFill>
                <a:uFill>
                  <a:noFill/>
                </a:uFill>
                <a:hlinkClick r:id="rId5">
                  <a:extLst>
                    <a:ext uri="{A12FA001-AC4F-418D-AE19-62706E023703}">
                      <ahyp:hlinkClr xmlns:ahyp="http://schemas.microsoft.com/office/drawing/2018/hyperlinkcolor" val="tx"/>
                    </a:ext>
                  </a:extLst>
                </a:hlinkClick>
              </a:rPr>
              <a:t>https://co-existence.ai</a:t>
            </a:r>
            <a:endParaRPr sz="1800"/>
          </a:p>
        </p:txBody>
      </p:sp>
      <p:sp>
        <p:nvSpPr>
          <p:cNvPr id="688" name="Google Shape;688;p113"/>
          <p:cNvSpPr txBox="1"/>
          <p:nvPr/>
        </p:nvSpPr>
        <p:spPr>
          <a:xfrm>
            <a:off x="2095352" y="4190675"/>
            <a:ext cx="10398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FFFFFF"/>
                </a:solidFill>
              </a:rPr>
              <a:t>20 October 2026</a:t>
            </a:r>
            <a:endParaRPr sz="80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8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8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8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8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8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8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8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114"/>
          <p:cNvSpPr txBox="1">
            <a:spLocks noGrp="1"/>
          </p:cNvSpPr>
          <p:nvPr>
            <p:ph type="title"/>
          </p:nvPr>
        </p:nvSpPr>
        <p:spPr>
          <a:xfrm>
            <a:off x="342900" y="240030"/>
            <a:ext cx="8435400" cy="44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2600"/>
              <a:buFont typeface="Arial"/>
              <a:buNone/>
            </a:pPr>
            <a:r>
              <a:rPr lang="en" sz="2600" b="1">
                <a:solidFill>
                  <a:schemeClr val="dk1"/>
                </a:solidFill>
              </a:rPr>
              <a:t>MAINTAINING YOUR HUMAN EDGE</a:t>
            </a:r>
            <a:endParaRPr sz="2600"/>
          </a:p>
        </p:txBody>
      </p:sp>
      <p:sp>
        <p:nvSpPr>
          <p:cNvPr id="695" name="Google Shape;695;p114"/>
          <p:cNvSpPr txBox="1"/>
          <p:nvPr/>
        </p:nvSpPr>
        <p:spPr>
          <a:xfrm>
            <a:off x="342900" y="685800"/>
            <a:ext cx="84354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3"/>
              </a:buClr>
              <a:buSzPts val="1200"/>
              <a:buFont typeface="Arial"/>
              <a:buNone/>
            </a:pPr>
            <a:r>
              <a:rPr lang="en" sz="1200" b="1" i="0" u="none" strike="noStrike" cap="none">
                <a:solidFill>
                  <a:schemeClr val="accent3"/>
                </a:solidFill>
                <a:latin typeface="Arial"/>
                <a:ea typeface="Arial"/>
                <a:cs typeface="Arial"/>
                <a:sym typeface="Arial"/>
              </a:rPr>
              <a:t>When to step back from AI, and how to level up </a:t>
            </a:r>
            <a:r>
              <a:rPr lang="en" sz="1200" b="0" i="0" u="none" strike="noStrike" cap="none">
                <a:solidFill>
                  <a:srgbClr val="6B7280"/>
                </a:solidFill>
                <a:latin typeface="Arial"/>
                <a:ea typeface="Arial"/>
                <a:cs typeface="Arial"/>
                <a:sym typeface="Arial"/>
              </a:rPr>
              <a:t>(Ethan Mollick, </a:t>
            </a:r>
            <a:r>
              <a:rPr lang="en" sz="1200" b="0" i="1" u="none" strike="noStrike" cap="none">
                <a:solidFill>
                  <a:srgbClr val="6B7280"/>
                </a:solidFill>
                <a:latin typeface="Arial"/>
                <a:ea typeface="Arial"/>
                <a:cs typeface="Arial"/>
                <a:sym typeface="Arial"/>
              </a:rPr>
              <a:t>Co-Existence</a:t>
            </a:r>
            <a:r>
              <a:rPr lang="en" sz="1200" b="0" i="0" u="none" strike="noStrike" cap="none">
                <a:solidFill>
                  <a:srgbClr val="6B7280"/>
                </a:solidFill>
                <a:latin typeface="Arial"/>
                <a:ea typeface="Arial"/>
                <a:cs typeface="Arial"/>
                <a:sym typeface="Arial"/>
              </a:rPr>
              <a:t>)</a:t>
            </a:r>
            <a:endParaRPr sz="1200" b="0" i="0" u="none" strike="noStrike" cap="none">
              <a:solidFill>
                <a:schemeClr val="dk1"/>
              </a:solidFill>
              <a:latin typeface="Arial"/>
              <a:ea typeface="Arial"/>
              <a:cs typeface="Arial"/>
              <a:sym typeface="Arial"/>
            </a:endParaRPr>
          </a:p>
        </p:txBody>
      </p:sp>
      <p:grpSp>
        <p:nvGrpSpPr>
          <p:cNvPr id="696" name="Google Shape;696;p114"/>
          <p:cNvGrpSpPr/>
          <p:nvPr/>
        </p:nvGrpSpPr>
        <p:grpSpPr>
          <a:xfrm>
            <a:off x="342900" y="1131570"/>
            <a:ext cx="4389000" cy="3497700"/>
            <a:chOff x="342900" y="1131570"/>
            <a:chExt cx="4389000" cy="3497700"/>
          </a:xfrm>
        </p:grpSpPr>
        <p:sp>
          <p:nvSpPr>
            <p:cNvPr id="697" name="Google Shape;697;p114"/>
            <p:cNvSpPr/>
            <p:nvPr/>
          </p:nvSpPr>
          <p:spPr>
            <a:xfrm>
              <a:off x="342900" y="1131570"/>
              <a:ext cx="4389000" cy="3497700"/>
            </a:xfrm>
            <a:prstGeom prst="roundRect">
              <a:avLst>
                <a:gd name="adj" fmla="val 2353"/>
              </a:avLst>
            </a:prstGeom>
            <a:solidFill>
              <a:srgbClr val="FFFFFF"/>
            </a:solidFill>
            <a:ln w="12700" cap="flat" cmpd="sng">
              <a:solidFill>
                <a:srgbClr val="E5E7EB"/>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98" name="Google Shape;698;p114"/>
            <p:cNvSpPr/>
            <p:nvPr/>
          </p:nvSpPr>
          <p:spPr>
            <a:xfrm>
              <a:off x="342900" y="1131570"/>
              <a:ext cx="4389000" cy="411600"/>
            </a:xfrm>
            <a:prstGeom prst="roundRect">
              <a:avLst>
                <a:gd name="adj" fmla="val 20000"/>
              </a:avLst>
            </a:prstGeom>
            <a:solidFill>
              <a:schemeClr val="accent5"/>
            </a:solidFill>
            <a:ln w="12700" cap="flat" cmpd="sng">
              <a:solidFill>
                <a:srgbClr val="F5C2C2"/>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99" name="Google Shape;699;p114"/>
            <p:cNvSpPr txBox="1"/>
            <p:nvPr/>
          </p:nvSpPr>
          <p:spPr>
            <a:xfrm>
              <a:off x="548640" y="1131570"/>
              <a:ext cx="39777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1400"/>
                <a:buFont typeface="Arial"/>
                <a:buNone/>
              </a:pPr>
              <a:r>
                <a:rPr lang="en" sz="1400" b="1" i="0" u="none" strike="noStrike" cap="none">
                  <a:solidFill>
                    <a:schemeClr val="accent1"/>
                  </a:solidFill>
                  <a:latin typeface="Arial"/>
                  <a:ea typeface="Arial"/>
                  <a:cs typeface="Arial"/>
                  <a:sym typeface="Arial"/>
                </a:rPr>
                <a:t>WHEN TO STEP BACK</a:t>
              </a:r>
              <a:endParaRPr sz="1400" b="0" i="0" u="none" strike="noStrike" cap="none">
                <a:solidFill>
                  <a:schemeClr val="dk1"/>
                </a:solidFill>
                <a:latin typeface="Arial"/>
                <a:ea typeface="Arial"/>
                <a:cs typeface="Arial"/>
                <a:sym typeface="Arial"/>
              </a:endParaRPr>
            </a:p>
          </p:txBody>
        </p:sp>
        <p:sp>
          <p:nvSpPr>
            <p:cNvPr id="700" name="Google Shape;700;p114"/>
            <p:cNvSpPr txBox="1"/>
            <p:nvPr/>
          </p:nvSpPr>
          <p:spPr>
            <a:xfrm>
              <a:off x="514350" y="1615106"/>
              <a:ext cx="4046100" cy="2023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C2626"/>
                </a:buClr>
                <a:buSzPts val="1100"/>
                <a:buFont typeface="Arial"/>
                <a:buNone/>
              </a:pPr>
              <a:r>
                <a:rPr lang="en" sz="1100" b="1" i="0" u="none" strike="noStrike" cap="none">
                  <a:solidFill>
                    <a:srgbClr val="DC2626"/>
                  </a:solidFill>
                  <a:latin typeface="Arial"/>
                  <a:ea typeface="Arial"/>
                  <a:cs typeface="Arial"/>
                  <a:sym typeface="Arial"/>
                </a:rPr>
                <a:t>Learning: </a:t>
              </a:r>
              <a:r>
                <a:rPr lang="en" sz="1100" b="0" i="0" u="sng" strike="noStrike" cap="none">
                  <a:solidFill>
                    <a:schemeClr val="dk1"/>
                  </a:solidFill>
                  <a:latin typeface="Arial"/>
                  <a:ea typeface="Arial"/>
                  <a:cs typeface="Arial"/>
                  <a:sym typeface="Arial"/>
                </a:rPr>
                <a:t>Struggle</a:t>
              </a:r>
              <a:r>
                <a:rPr lang="en" sz="1100" b="0" i="0" u="none" strike="noStrike" cap="none">
                  <a:solidFill>
                    <a:schemeClr val="dk1"/>
                  </a:solidFill>
                  <a:latin typeface="Arial"/>
                  <a:ea typeface="Arial"/>
                  <a:cs typeface="Arial"/>
                  <a:sym typeface="Arial"/>
                </a:rPr>
                <a:t> builds memory. Students who leaned on AI for homework scored up to 17% lower on exams</a:t>
              </a: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rgbClr val="DC2626"/>
                </a:buClr>
                <a:buSzPts val="1100"/>
                <a:buFont typeface="Arial"/>
                <a:buNone/>
              </a:pPr>
              <a:endParaRPr sz="500">
                <a:solidFill>
                  <a:schemeClr val="dk1"/>
                </a:solidFill>
              </a:endParaRPr>
            </a:p>
            <a:p>
              <a:pPr marL="0" marR="0" lvl="0" indent="0" algn="l" rtl="0">
                <a:spcBef>
                  <a:spcPts val="0"/>
                </a:spcBef>
                <a:spcAft>
                  <a:spcPts val="0"/>
                </a:spcAft>
                <a:buClr>
                  <a:srgbClr val="DC2626"/>
                </a:buClr>
                <a:buSzPts val="1100"/>
                <a:buFont typeface="Arial"/>
                <a:buNone/>
              </a:pPr>
              <a:r>
                <a:rPr lang="en" sz="1100" b="1" i="0" u="none" strike="noStrike" cap="none">
                  <a:solidFill>
                    <a:srgbClr val="DC2626"/>
                  </a:solidFill>
                  <a:latin typeface="Arial"/>
                  <a:ea typeface="Arial"/>
                  <a:cs typeface="Arial"/>
                  <a:sym typeface="Arial"/>
                </a:rPr>
                <a:t>Building expertise: </a:t>
              </a:r>
              <a:r>
                <a:rPr lang="en" sz="1100" b="0" i="0" u="none" strike="noStrike" cap="none">
                  <a:solidFill>
                    <a:schemeClr val="dk1"/>
                  </a:solidFill>
                  <a:latin typeface="Arial"/>
                  <a:ea typeface="Arial"/>
                  <a:cs typeface="Arial"/>
                  <a:sym typeface="Arial"/>
                </a:rPr>
                <a:t>Skill in writing, science, and business comes from </a:t>
              </a:r>
              <a:r>
                <a:rPr lang="en" sz="1100" b="0" i="0" u="sng" strike="noStrike" cap="none">
                  <a:solidFill>
                    <a:schemeClr val="dk1"/>
                  </a:solidFill>
                  <a:latin typeface="Arial"/>
                  <a:ea typeface="Arial"/>
                  <a:cs typeface="Arial"/>
                  <a:sym typeface="Arial"/>
                </a:rPr>
                <a:t>trying</a:t>
              </a:r>
              <a:r>
                <a:rPr lang="en" sz="1100" b="0" i="0" u="none" strike="noStrike" cap="none">
                  <a:solidFill>
                    <a:schemeClr val="dk1"/>
                  </a:solidFill>
                  <a:latin typeface="Arial"/>
                  <a:ea typeface="Arial"/>
                  <a:cs typeface="Arial"/>
                  <a:sym typeface="Arial"/>
                </a:rPr>
                <a:t>, </a:t>
              </a:r>
              <a:r>
                <a:rPr lang="en" sz="1100" b="0" i="0" u="sng" strike="noStrike" cap="none">
                  <a:solidFill>
                    <a:schemeClr val="dk1"/>
                  </a:solidFill>
                  <a:latin typeface="Arial"/>
                  <a:ea typeface="Arial"/>
                  <a:cs typeface="Arial"/>
                  <a:sym typeface="Arial"/>
                </a:rPr>
                <a:t>failing</a:t>
              </a:r>
              <a:r>
                <a:rPr lang="en" sz="1100" b="0" i="0" u="none" strike="noStrike" cap="none">
                  <a:solidFill>
                    <a:schemeClr val="dk1"/>
                  </a:solidFill>
                  <a:latin typeface="Arial"/>
                  <a:ea typeface="Arial"/>
                  <a:cs typeface="Arial"/>
                  <a:sym typeface="Arial"/>
                </a:rPr>
                <a:t>, and </a:t>
              </a:r>
              <a:r>
                <a:rPr lang="en" sz="1100" b="0" i="0" u="sng" strike="noStrike" cap="none">
                  <a:solidFill>
                    <a:schemeClr val="dk1"/>
                  </a:solidFill>
                  <a:latin typeface="Arial"/>
                  <a:ea typeface="Arial"/>
                  <a:cs typeface="Arial"/>
                  <a:sym typeface="Arial"/>
                </a:rPr>
                <a:t>revising</a:t>
              </a:r>
              <a:endParaRPr sz="1100" b="0" i="0" u="sng" strike="noStrike" cap="none">
                <a:solidFill>
                  <a:schemeClr val="dk1"/>
                </a:solidFill>
                <a:latin typeface="Arial"/>
                <a:ea typeface="Arial"/>
                <a:cs typeface="Arial"/>
                <a:sym typeface="Arial"/>
              </a:endParaRPr>
            </a:p>
            <a:p>
              <a:pPr marL="0" marR="0" lvl="0" indent="0" algn="l" rtl="0">
                <a:spcBef>
                  <a:spcPts val="0"/>
                </a:spcBef>
                <a:spcAft>
                  <a:spcPts val="0"/>
                </a:spcAft>
                <a:buClr>
                  <a:srgbClr val="DC2626"/>
                </a:buClr>
                <a:buSzPts val="1100"/>
                <a:buFont typeface="Arial"/>
                <a:buNone/>
              </a:pPr>
              <a:endParaRPr sz="400">
                <a:solidFill>
                  <a:schemeClr val="dk1"/>
                </a:solidFill>
              </a:endParaRPr>
            </a:p>
            <a:p>
              <a:pPr marL="0" marR="0" lvl="0" indent="0" algn="l" rtl="0">
                <a:spcBef>
                  <a:spcPts val="0"/>
                </a:spcBef>
                <a:spcAft>
                  <a:spcPts val="0"/>
                </a:spcAft>
                <a:buClr>
                  <a:srgbClr val="DC2626"/>
                </a:buClr>
                <a:buSzPts val="1100"/>
                <a:buFont typeface="Arial"/>
                <a:buNone/>
              </a:pPr>
              <a:r>
                <a:rPr lang="en" sz="1100" b="1" i="0" u="none" strike="noStrike" cap="none">
                  <a:solidFill>
                    <a:srgbClr val="DC2626"/>
                  </a:solidFill>
                  <a:latin typeface="Arial"/>
                  <a:ea typeface="Arial"/>
                  <a:cs typeface="Arial"/>
                  <a:sym typeface="Arial"/>
                </a:rPr>
                <a:t>Effort that carries meaning: </a:t>
              </a:r>
              <a:r>
                <a:rPr lang="en" sz="1100" b="0" i="0" u="none" strike="noStrike" cap="none">
                  <a:solidFill>
                    <a:schemeClr val="dk1"/>
                  </a:solidFill>
                  <a:latin typeface="Arial"/>
                  <a:ea typeface="Arial"/>
                  <a:cs typeface="Arial"/>
                  <a:sym typeface="Arial"/>
                </a:rPr>
                <a:t>A </a:t>
              </a:r>
              <a:r>
                <a:rPr lang="en" sz="1100" b="0" i="0" u="sng" strike="noStrike" cap="none">
                  <a:solidFill>
                    <a:schemeClr val="dk1"/>
                  </a:solidFill>
                  <a:latin typeface="Arial"/>
                  <a:ea typeface="Arial"/>
                  <a:cs typeface="Arial"/>
                  <a:sym typeface="Arial"/>
                </a:rPr>
                <a:t>handwritten note</a:t>
              </a:r>
              <a:r>
                <a:rPr lang="en" sz="1100" b="0" i="0" u="none" strike="noStrike" cap="none">
                  <a:solidFill>
                    <a:schemeClr val="dk1"/>
                  </a:solidFill>
                  <a:latin typeface="Arial"/>
                  <a:ea typeface="Arial"/>
                  <a:cs typeface="Arial"/>
                  <a:sym typeface="Arial"/>
                </a:rPr>
                <a:t> matters because someone took the time</a:t>
              </a: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rgbClr val="DC2626"/>
                </a:buClr>
                <a:buSzPts val="1100"/>
                <a:buFont typeface="Arial"/>
                <a:buNone/>
              </a:pPr>
              <a:endParaRPr sz="400">
                <a:solidFill>
                  <a:schemeClr val="dk1"/>
                </a:solidFill>
              </a:endParaRPr>
            </a:p>
            <a:p>
              <a:pPr marL="0" marR="0" lvl="0" indent="0" algn="l" rtl="0">
                <a:spcBef>
                  <a:spcPts val="0"/>
                </a:spcBef>
                <a:spcAft>
                  <a:spcPts val="0"/>
                </a:spcAft>
                <a:buClr>
                  <a:srgbClr val="DC2626"/>
                </a:buClr>
                <a:buSzPts val="1100"/>
                <a:buFont typeface="Arial"/>
                <a:buNone/>
              </a:pPr>
              <a:r>
                <a:rPr lang="en" sz="1100" b="1" i="0" u="none" strike="noStrike" cap="none">
                  <a:solidFill>
                    <a:srgbClr val="DC2626"/>
                  </a:solidFill>
                  <a:latin typeface="Arial"/>
                  <a:ea typeface="Arial"/>
                  <a:cs typeface="Arial"/>
                  <a:sym typeface="Arial"/>
                </a:rPr>
                <a:t>When accuracy is critical: </a:t>
              </a:r>
              <a:r>
                <a:rPr lang="en" sz="1100" b="0" i="0" u="none" strike="noStrike" cap="none">
                  <a:solidFill>
                    <a:schemeClr val="dk1"/>
                  </a:solidFill>
                  <a:latin typeface="Arial"/>
                  <a:ea typeface="Arial"/>
                  <a:cs typeface="Arial"/>
                  <a:sym typeface="Arial"/>
                </a:rPr>
                <a:t>AI can be </a:t>
              </a:r>
              <a:r>
                <a:rPr lang="en" sz="1100" b="0" i="0" u="sng" strike="noStrike" cap="none">
                  <a:solidFill>
                    <a:schemeClr val="dk1"/>
                  </a:solidFill>
                  <a:latin typeface="Arial"/>
                  <a:ea typeface="Arial"/>
                  <a:cs typeface="Arial"/>
                  <a:sym typeface="Arial"/>
                </a:rPr>
                <a:t>confidently wrong</a:t>
              </a:r>
              <a:r>
                <a:rPr lang="en" sz="1100" b="0" i="0" u="none" strike="noStrike" cap="none">
                  <a:solidFill>
                    <a:schemeClr val="dk1"/>
                  </a:solidFill>
                  <a:latin typeface="Arial"/>
                  <a:ea typeface="Arial"/>
                  <a:cs typeface="Arial"/>
                  <a:sym typeface="Arial"/>
                </a:rPr>
                <a:t>, and one error can be costly (</a:t>
              </a:r>
              <a:r>
                <a:rPr lang="en" sz="1100">
                  <a:solidFill>
                    <a:schemeClr val="dk1"/>
                  </a:solidFill>
                </a:rPr>
                <a:t>“hallucinations”)</a:t>
              </a: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rgbClr val="DC2626"/>
                </a:buClr>
                <a:buSzPts val="1100"/>
                <a:buFont typeface="Arial"/>
                <a:buNone/>
              </a:pPr>
              <a:endParaRPr sz="400">
                <a:solidFill>
                  <a:schemeClr val="dk1"/>
                </a:solidFill>
              </a:endParaRPr>
            </a:p>
            <a:p>
              <a:pPr marL="0" marR="0" lvl="0" indent="0" algn="l" rtl="0">
                <a:spcBef>
                  <a:spcPts val="0"/>
                </a:spcBef>
                <a:spcAft>
                  <a:spcPts val="0"/>
                </a:spcAft>
                <a:buClr>
                  <a:srgbClr val="DC2626"/>
                </a:buClr>
                <a:buSzPts val="1100"/>
                <a:buFont typeface="Arial"/>
                <a:buNone/>
              </a:pPr>
              <a:r>
                <a:rPr lang="en" sz="1100" b="1" i="0" u="none" strike="noStrike" cap="none">
                  <a:solidFill>
                    <a:srgbClr val="DC2626"/>
                  </a:solidFill>
                  <a:latin typeface="Arial"/>
                  <a:ea typeface="Arial"/>
                  <a:cs typeface="Arial"/>
                  <a:sym typeface="Arial"/>
                </a:rPr>
                <a:t>Unpredictable failures: </a:t>
              </a:r>
              <a:r>
                <a:rPr lang="en" sz="1100" b="0" i="0" u="none" strike="noStrike" cap="none">
                  <a:solidFill>
                    <a:schemeClr val="dk1"/>
                  </a:solidFill>
                  <a:latin typeface="Arial"/>
                  <a:ea typeface="Arial"/>
                  <a:cs typeface="Arial"/>
                  <a:sym typeface="Arial"/>
                </a:rPr>
                <a:t>AI may </a:t>
              </a:r>
              <a:r>
                <a:rPr lang="en" sz="1100" b="0" i="0" u="sng" strike="noStrike" cap="none">
                  <a:solidFill>
                    <a:schemeClr val="dk1"/>
                  </a:solidFill>
                  <a:latin typeface="Arial"/>
                  <a:ea typeface="Arial"/>
                  <a:cs typeface="Arial"/>
                  <a:sym typeface="Arial"/>
                </a:rPr>
                <a:t>agree with you too readily</a:t>
              </a:r>
              <a:r>
                <a:rPr lang="en" sz="1100" b="0" i="0" u="none" strike="noStrike" cap="none">
                  <a:solidFill>
                    <a:schemeClr val="dk1"/>
                  </a:solidFill>
                  <a:latin typeface="Arial"/>
                  <a:ea typeface="Arial"/>
                  <a:cs typeface="Arial"/>
                  <a:sym typeface="Arial"/>
                </a:rPr>
                <a:t>, or build one mistake on ano</a:t>
              </a:r>
              <a:r>
                <a:rPr lang="en" sz="1100" b="0" i="0" u="none" strike="noStrike" cap="none">
                  <a:latin typeface="Arial"/>
                  <a:ea typeface="Arial"/>
                  <a:cs typeface="Arial"/>
                  <a:sym typeface="Arial"/>
                </a:rPr>
                <a:t>the</a:t>
              </a:r>
              <a:r>
                <a:rPr lang="en" sz="1100" b="0" i="0" u="none" strike="noStrike" cap="none">
                  <a:solidFill>
                    <a:schemeClr val="dk1"/>
                  </a:solidFill>
                  <a:latin typeface="Arial"/>
                  <a:ea typeface="Arial"/>
                  <a:cs typeface="Arial"/>
                  <a:sym typeface="Arial"/>
                </a:rPr>
                <a:t>r </a:t>
              </a:r>
              <a:r>
                <a:rPr lang="en" sz="1100" b="0" i="0" u="none" strike="noStrike" cap="none">
                  <a:latin typeface="Arial"/>
                  <a:ea typeface="Arial"/>
                  <a:cs typeface="Arial"/>
                  <a:sym typeface="Arial"/>
                </a:rPr>
                <a:t>(</a:t>
              </a:r>
              <a:r>
                <a:rPr lang="en" sz="1100"/>
                <a:t>“</a:t>
              </a:r>
              <a:r>
                <a:rPr lang="en" sz="950">
                  <a:latin typeface="Inter"/>
                  <a:ea typeface="Inter"/>
                  <a:cs typeface="Inter"/>
                  <a:sym typeface="Inter"/>
                </a:rPr>
                <a:t>sycophancy”)</a:t>
              </a:r>
              <a:endParaRPr sz="1100" b="0" i="0" u="none" strike="noStrike" cap="none">
                <a:latin typeface="Arial"/>
                <a:ea typeface="Arial"/>
                <a:cs typeface="Arial"/>
                <a:sym typeface="Arial"/>
              </a:endParaRPr>
            </a:p>
          </p:txBody>
        </p:sp>
        <p:sp>
          <p:nvSpPr>
            <p:cNvPr id="701" name="Google Shape;701;p114"/>
            <p:cNvSpPr/>
            <p:nvPr/>
          </p:nvSpPr>
          <p:spPr>
            <a:xfrm>
              <a:off x="514350" y="3600450"/>
              <a:ext cx="4046100" cy="925800"/>
            </a:xfrm>
            <a:prstGeom prst="roundRect">
              <a:avLst>
                <a:gd name="adj" fmla="val 5926"/>
              </a:avLst>
            </a:prstGeom>
            <a:solidFill>
              <a:srgbClr val="F8FAFC"/>
            </a:solidFill>
            <a:ln w="12700" cap="flat" cmpd="sng">
              <a:solidFill>
                <a:srgbClr val="CBD5E1"/>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702" name="Google Shape;702;p114"/>
            <p:cNvSpPr txBox="1"/>
            <p:nvPr/>
          </p:nvSpPr>
          <p:spPr>
            <a:xfrm>
              <a:off x="617220" y="3655314"/>
              <a:ext cx="3840600" cy="816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000"/>
                <a:buFont typeface="Arial"/>
                <a:buNone/>
              </a:pPr>
              <a:r>
                <a:rPr lang="en" sz="1000" b="1" i="0" u="none" strike="noStrike" cap="none">
                  <a:solidFill>
                    <a:schemeClr val="dk1"/>
                  </a:solidFill>
                  <a:latin typeface="Arial"/>
                  <a:ea typeface="Arial"/>
                  <a:cs typeface="Arial"/>
                  <a:sym typeface="Arial"/>
                </a:rPr>
                <a:t>AI in competitive games</a:t>
              </a:r>
              <a:endParaRPr sz="1000" b="0" i="0" u="none" strike="noStrike" cap="none">
                <a:solidFill>
                  <a:schemeClr val="dk1"/>
                </a:solidFill>
                <a:latin typeface="Arial"/>
                <a:ea typeface="Arial"/>
                <a:cs typeface="Arial"/>
                <a:sym typeface="Arial"/>
              </a:endParaRPr>
            </a:p>
            <a:p>
              <a:pPr marL="0" marR="0" lvl="0" indent="0" algn="l" rtl="0">
                <a:spcBef>
                  <a:spcPts val="300"/>
                </a:spcBef>
                <a:spcAft>
                  <a:spcPts val="0"/>
                </a:spcAft>
                <a:buClr>
                  <a:schemeClr val="dk1"/>
                </a:buClr>
                <a:buSzPts val="1000"/>
                <a:buFont typeface="Arial"/>
                <a:buNone/>
              </a:pPr>
              <a:r>
                <a:rPr lang="en" sz="1000" b="1" i="0" u="none" strike="noStrike" cap="none">
                  <a:solidFill>
                    <a:schemeClr val="dk1"/>
                  </a:solidFill>
                  <a:latin typeface="Arial"/>
                  <a:ea typeface="Arial"/>
                  <a:cs typeface="Arial"/>
                  <a:sym typeface="Arial"/>
                </a:rPr>
                <a:t>Go (after AlphaGo): </a:t>
              </a:r>
              <a:r>
                <a:rPr lang="en" sz="1000" b="0" i="0" u="none" strike="noStrike" cap="none">
                  <a:solidFill>
                    <a:schemeClr val="dk2"/>
                  </a:solidFill>
                  <a:latin typeface="Arial"/>
                  <a:ea typeface="Arial"/>
                  <a:cs typeface="Arial"/>
                  <a:sym typeface="Arial"/>
                </a:rPr>
                <a:t>Players became more creative and reached record performance</a:t>
              </a:r>
              <a:endParaRPr sz="1000" b="0" i="0" u="none" strike="noStrike" cap="none">
                <a:solidFill>
                  <a:schemeClr val="dk1"/>
                </a:solidFill>
                <a:latin typeface="Arial"/>
                <a:ea typeface="Arial"/>
                <a:cs typeface="Arial"/>
                <a:sym typeface="Arial"/>
              </a:endParaRPr>
            </a:p>
            <a:p>
              <a:pPr marL="0" marR="0" lvl="0" indent="0" algn="l" rtl="0">
                <a:spcBef>
                  <a:spcPts val="300"/>
                </a:spcBef>
                <a:spcAft>
                  <a:spcPts val="0"/>
                </a:spcAft>
                <a:buClr>
                  <a:schemeClr val="dk1"/>
                </a:buClr>
                <a:buSzPts val="1000"/>
                <a:buFont typeface="Arial"/>
                <a:buNone/>
              </a:pPr>
              <a:r>
                <a:rPr lang="en" sz="1000" b="1" i="0" u="none" strike="noStrike" cap="none">
                  <a:solidFill>
                    <a:schemeClr val="dk1"/>
                  </a:solidFill>
                  <a:latin typeface="Arial"/>
                  <a:ea typeface="Arial"/>
                  <a:cs typeface="Arial"/>
                  <a:sym typeface="Arial"/>
                </a:rPr>
                <a:t>Chess (after early engines): </a:t>
              </a:r>
              <a:r>
                <a:rPr lang="en" sz="1000" b="0" i="0" u="none" strike="noStrike" cap="none">
                  <a:solidFill>
                    <a:schemeClr val="dk2"/>
                  </a:solidFill>
                  <a:latin typeface="Arial"/>
                  <a:ea typeface="Arial"/>
                  <a:cs typeface="Arial"/>
                  <a:sym typeface="Arial"/>
                </a:rPr>
                <a:t>Players got stronger but lost skill at reading opponents</a:t>
              </a:r>
              <a:endParaRPr sz="1000" b="0" i="0" u="none" strike="noStrike" cap="none">
                <a:solidFill>
                  <a:schemeClr val="dk1"/>
                </a:solidFill>
                <a:latin typeface="Arial"/>
                <a:ea typeface="Arial"/>
                <a:cs typeface="Arial"/>
                <a:sym typeface="Arial"/>
              </a:endParaRPr>
            </a:p>
          </p:txBody>
        </p:sp>
      </p:grpSp>
      <p:grpSp>
        <p:nvGrpSpPr>
          <p:cNvPr id="703" name="Google Shape;703;p114"/>
          <p:cNvGrpSpPr/>
          <p:nvPr/>
        </p:nvGrpSpPr>
        <p:grpSpPr>
          <a:xfrm>
            <a:off x="4937760" y="1131570"/>
            <a:ext cx="3861000" cy="3497700"/>
            <a:chOff x="4937760" y="1131570"/>
            <a:chExt cx="3861000" cy="3497700"/>
          </a:xfrm>
        </p:grpSpPr>
        <p:sp>
          <p:nvSpPr>
            <p:cNvPr id="704" name="Google Shape;704;p114"/>
            <p:cNvSpPr/>
            <p:nvPr/>
          </p:nvSpPr>
          <p:spPr>
            <a:xfrm>
              <a:off x="4937760" y="1131570"/>
              <a:ext cx="3861000" cy="3497700"/>
            </a:xfrm>
            <a:prstGeom prst="roundRect">
              <a:avLst>
                <a:gd name="adj" fmla="val 2353"/>
              </a:avLst>
            </a:prstGeom>
            <a:solidFill>
              <a:srgbClr val="FFFFFF"/>
            </a:solidFill>
            <a:ln w="12700" cap="flat" cmpd="sng">
              <a:solidFill>
                <a:srgbClr val="D1FAE5"/>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705" name="Google Shape;705;p114"/>
            <p:cNvSpPr/>
            <p:nvPr/>
          </p:nvSpPr>
          <p:spPr>
            <a:xfrm>
              <a:off x="4937760" y="1131570"/>
              <a:ext cx="3861000" cy="411600"/>
            </a:xfrm>
            <a:prstGeom prst="roundRect">
              <a:avLst>
                <a:gd name="adj" fmla="val 20000"/>
              </a:avLst>
            </a:prstGeom>
            <a:solidFill>
              <a:schemeClr val="accent6"/>
            </a:solidFill>
            <a:ln w="12700" cap="flat" cmpd="sng">
              <a:solidFill>
                <a:srgbClr val="BBF7D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706" name="Google Shape;706;p114"/>
            <p:cNvSpPr txBox="1"/>
            <p:nvPr/>
          </p:nvSpPr>
          <p:spPr>
            <a:xfrm>
              <a:off x="5143500" y="1131570"/>
              <a:ext cx="34497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400"/>
                <a:buFont typeface="Arial"/>
                <a:buNone/>
              </a:pPr>
              <a:r>
                <a:rPr lang="en" sz="1400" b="1" i="0" u="none" strike="noStrike" cap="none">
                  <a:solidFill>
                    <a:schemeClr val="accent2"/>
                  </a:solidFill>
                  <a:latin typeface="Arial"/>
                  <a:ea typeface="Arial"/>
                  <a:cs typeface="Arial"/>
                  <a:sym typeface="Arial"/>
                </a:rPr>
                <a:t>FOUR HUMAN ADVANTAGES</a:t>
              </a:r>
              <a:endParaRPr sz="1400" b="0" i="0" u="none" strike="noStrike" cap="none">
                <a:solidFill>
                  <a:schemeClr val="dk1"/>
                </a:solidFill>
                <a:latin typeface="Arial"/>
                <a:ea typeface="Arial"/>
                <a:cs typeface="Arial"/>
                <a:sym typeface="Arial"/>
              </a:endParaRPr>
            </a:p>
          </p:txBody>
        </p:sp>
        <p:sp>
          <p:nvSpPr>
            <p:cNvPr id="707" name="Google Shape;707;p114"/>
            <p:cNvSpPr/>
            <p:nvPr/>
          </p:nvSpPr>
          <p:spPr>
            <a:xfrm>
              <a:off x="5074920" y="1645920"/>
              <a:ext cx="3586800" cy="685800"/>
            </a:xfrm>
            <a:prstGeom prst="roundRect">
              <a:avLst>
                <a:gd name="adj" fmla="val 8000"/>
              </a:avLst>
            </a:prstGeom>
            <a:solidFill>
              <a:srgbClr val="F0FDF4"/>
            </a:solidFill>
            <a:ln w="12700" cap="flat" cmpd="sng">
              <a:solidFill>
                <a:srgbClr val="BBF7D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708" name="Google Shape;708;p114"/>
            <p:cNvSpPr/>
            <p:nvPr/>
          </p:nvSpPr>
          <p:spPr>
            <a:xfrm>
              <a:off x="5198364" y="1831086"/>
              <a:ext cx="315600" cy="315600"/>
            </a:xfrm>
            <a:prstGeom prst="ellipse">
              <a:avLst/>
            </a:prstGeom>
            <a:solidFill>
              <a:schemeClr val="accent4"/>
            </a:solidFill>
            <a:ln w="12700" cap="flat" cmpd="sng">
              <a:solidFill>
                <a:schemeClr val="accent4"/>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709" name="Google Shape;709;p114"/>
            <p:cNvSpPr txBox="1"/>
            <p:nvPr/>
          </p:nvSpPr>
          <p:spPr>
            <a:xfrm>
              <a:off x="5198364" y="1831086"/>
              <a:ext cx="315600" cy="315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Arial"/>
                <a:buNone/>
              </a:pPr>
              <a:r>
                <a:rPr lang="en" sz="1100" b="1" i="0" u="none" strike="noStrike" cap="none">
                  <a:solidFill>
                    <a:srgbClr val="FFFFFF"/>
                  </a:solidFill>
                  <a:latin typeface="Arial"/>
                  <a:ea typeface="Arial"/>
                  <a:cs typeface="Arial"/>
                  <a:sym typeface="Arial"/>
                </a:rPr>
                <a:t>1</a:t>
              </a:r>
              <a:endParaRPr sz="1100" b="0" i="0" u="none" strike="noStrike" cap="none">
                <a:solidFill>
                  <a:schemeClr val="dk1"/>
                </a:solidFill>
                <a:latin typeface="Arial"/>
                <a:ea typeface="Arial"/>
                <a:cs typeface="Arial"/>
                <a:sym typeface="Arial"/>
              </a:endParaRPr>
            </a:p>
          </p:txBody>
        </p:sp>
        <p:sp>
          <p:nvSpPr>
            <p:cNvPr id="710" name="Google Shape;710;p114"/>
            <p:cNvSpPr txBox="1"/>
            <p:nvPr/>
          </p:nvSpPr>
          <p:spPr>
            <a:xfrm>
              <a:off x="5623560" y="1687068"/>
              <a:ext cx="2935200" cy="60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100"/>
                <a:buFont typeface="Arial"/>
                <a:buNone/>
              </a:pPr>
              <a:r>
                <a:rPr lang="en" sz="1100" b="1" i="0" u="none" strike="noStrike" cap="none">
                  <a:solidFill>
                    <a:schemeClr val="accent2"/>
                  </a:solidFill>
                  <a:latin typeface="Arial"/>
                  <a:ea typeface="Arial"/>
                  <a:cs typeface="Arial"/>
                  <a:sym typeface="Arial"/>
                </a:rPr>
                <a:t>Deep knowledge</a:t>
              </a: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rgbClr val="14532D"/>
                </a:buClr>
                <a:buSzPts val="1000"/>
                <a:buFont typeface="Arial"/>
                <a:buNone/>
              </a:pPr>
              <a:r>
                <a:rPr lang="en" sz="1000" b="0" i="0" u="none" strike="noStrike" cap="none">
                  <a:solidFill>
                    <a:srgbClr val="14532D"/>
                  </a:solidFill>
                  <a:latin typeface="Arial"/>
                  <a:ea typeface="Arial"/>
                  <a:cs typeface="Arial"/>
                  <a:sym typeface="Arial"/>
                </a:rPr>
                <a:t>Expertise lets you catch plausible-sounding AI errors and handle cases AI has never seen</a:t>
              </a:r>
              <a:endParaRPr sz="1100" b="0" i="0" u="none" strike="noStrike" cap="none">
                <a:solidFill>
                  <a:schemeClr val="dk1"/>
                </a:solidFill>
                <a:latin typeface="Arial"/>
                <a:ea typeface="Arial"/>
                <a:cs typeface="Arial"/>
                <a:sym typeface="Arial"/>
              </a:endParaRPr>
            </a:p>
          </p:txBody>
        </p:sp>
        <p:sp>
          <p:nvSpPr>
            <p:cNvPr id="711" name="Google Shape;711;p114"/>
            <p:cNvSpPr/>
            <p:nvPr/>
          </p:nvSpPr>
          <p:spPr>
            <a:xfrm>
              <a:off x="5074920" y="2400300"/>
              <a:ext cx="3586800" cy="685800"/>
            </a:xfrm>
            <a:prstGeom prst="roundRect">
              <a:avLst>
                <a:gd name="adj" fmla="val 8000"/>
              </a:avLst>
            </a:prstGeom>
            <a:solidFill>
              <a:srgbClr val="F0FDF4"/>
            </a:solidFill>
            <a:ln w="12700" cap="flat" cmpd="sng">
              <a:solidFill>
                <a:srgbClr val="BBF7D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712" name="Google Shape;712;p114"/>
            <p:cNvSpPr/>
            <p:nvPr/>
          </p:nvSpPr>
          <p:spPr>
            <a:xfrm>
              <a:off x="5198364" y="2585466"/>
              <a:ext cx="315600" cy="315600"/>
            </a:xfrm>
            <a:prstGeom prst="ellipse">
              <a:avLst/>
            </a:prstGeom>
            <a:solidFill>
              <a:schemeClr val="accent4"/>
            </a:solidFill>
            <a:ln w="12700" cap="flat" cmpd="sng">
              <a:solidFill>
                <a:schemeClr val="accent4"/>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713" name="Google Shape;713;p114"/>
            <p:cNvSpPr txBox="1"/>
            <p:nvPr/>
          </p:nvSpPr>
          <p:spPr>
            <a:xfrm>
              <a:off x="5198364" y="2585466"/>
              <a:ext cx="315600" cy="315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Arial"/>
                <a:buNone/>
              </a:pPr>
              <a:r>
                <a:rPr lang="en" sz="1100" b="1" i="0" u="none" strike="noStrike" cap="none">
                  <a:solidFill>
                    <a:srgbClr val="FFFFFF"/>
                  </a:solidFill>
                  <a:latin typeface="Arial"/>
                  <a:ea typeface="Arial"/>
                  <a:cs typeface="Arial"/>
                  <a:sym typeface="Arial"/>
                </a:rPr>
                <a:t>2</a:t>
              </a:r>
              <a:endParaRPr sz="1100" b="0" i="0" u="none" strike="noStrike" cap="none">
                <a:solidFill>
                  <a:schemeClr val="dk1"/>
                </a:solidFill>
                <a:latin typeface="Arial"/>
                <a:ea typeface="Arial"/>
                <a:cs typeface="Arial"/>
                <a:sym typeface="Arial"/>
              </a:endParaRPr>
            </a:p>
          </p:txBody>
        </p:sp>
        <p:sp>
          <p:nvSpPr>
            <p:cNvPr id="714" name="Google Shape;714;p114"/>
            <p:cNvSpPr txBox="1"/>
            <p:nvPr/>
          </p:nvSpPr>
          <p:spPr>
            <a:xfrm>
              <a:off x="5623560" y="2441448"/>
              <a:ext cx="2935200" cy="60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100"/>
                <a:buFont typeface="Arial"/>
                <a:buNone/>
              </a:pPr>
              <a:r>
                <a:rPr lang="en" sz="1100" b="1" i="0" u="none" strike="noStrike" cap="none">
                  <a:solidFill>
                    <a:schemeClr val="accent2"/>
                  </a:solidFill>
                  <a:latin typeface="Arial"/>
                  <a:ea typeface="Arial"/>
                  <a:cs typeface="Arial"/>
                  <a:sym typeface="Arial"/>
                </a:rPr>
                <a:t>Wide knowledge</a:t>
              </a: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rgbClr val="14532D"/>
                </a:buClr>
                <a:buSzPts val="1000"/>
                <a:buFont typeface="Arial"/>
                <a:buNone/>
              </a:pPr>
              <a:r>
                <a:rPr lang="en" sz="1000" b="0" i="0" u="none" strike="noStrike" cap="none">
                  <a:solidFill>
                    <a:srgbClr val="14532D"/>
                  </a:solidFill>
                  <a:latin typeface="Arial"/>
                  <a:ea typeface="Arial"/>
                  <a:cs typeface="Arial"/>
                  <a:sym typeface="Arial"/>
                </a:rPr>
                <a:t>Ideas from other fields (e.g., wabi-sabi in design) help you get more out of AI</a:t>
              </a:r>
              <a:endParaRPr sz="1100" b="0" i="0" u="none" strike="noStrike" cap="none">
                <a:solidFill>
                  <a:schemeClr val="dk1"/>
                </a:solidFill>
                <a:latin typeface="Arial"/>
                <a:ea typeface="Arial"/>
                <a:cs typeface="Arial"/>
                <a:sym typeface="Arial"/>
              </a:endParaRPr>
            </a:p>
          </p:txBody>
        </p:sp>
        <p:sp>
          <p:nvSpPr>
            <p:cNvPr id="715" name="Google Shape;715;p114"/>
            <p:cNvSpPr/>
            <p:nvPr/>
          </p:nvSpPr>
          <p:spPr>
            <a:xfrm>
              <a:off x="5074920" y="3154680"/>
              <a:ext cx="3586800" cy="685800"/>
            </a:xfrm>
            <a:prstGeom prst="roundRect">
              <a:avLst>
                <a:gd name="adj" fmla="val 8000"/>
              </a:avLst>
            </a:prstGeom>
            <a:solidFill>
              <a:srgbClr val="F0FDF4"/>
            </a:solidFill>
            <a:ln w="12700" cap="flat" cmpd="sng">
              <a:solidFill>
                <a:srgbClr val="BBF7D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716" name="Google Shape;716;p114"/>
            <p:cNvSpPr/>
            <p:nvPr/>
          </p:nvSpPr>
          <p:spPr>
            <a:xfrm>
              <a:off x="5198364" y="3339846"/>
              <a:ext cx="315600" cy="315600"/>
            </a:xfrm>
            <a:prstGeom prst="ellipse">
              <a:avLst/>
            </a:prstGeom>
            <a:solidFill>
              <a:schemeClr val="accent4"/>
            </a:solidFill>
            <a:ln w="12700" cap="flat" cmpd="sng">
              <a:solidFill>
                <a:schemeClr val="accent4"/>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717" name="Google Shape;717;p114"/>
            <p:cNvSpPr txBox="1"/>
            <p:nvPr/>
          </p:nvSpPr>
          <p:spPr>
            <a:xfrm>
              <a:off x="5198364" y="3339846"/>
              <a:ext cx="315600" cy="315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Arial"/>
                <a:buNone/>
              </a:pPr>
              <a:r>
                <a:rPr lang="en" sz="1100" b="1" i="0" u="none" strike="noStrike" cap="none">
                  <a:solidFill>
                    <a:srgbClr val="FFFFFF"/>
                  </a:solidFill>
                  <a:latin typeface="Arial"/>
                  <a:ea typeface="Arial"/>
                  <a:cs typeface="Arial"/>
                  <a:sym typeface="Arial"/>
                </a:rPr>
                <a:t>3</a:t>
              </a:r>
              <a:endParaRPr sz="1100" b="0" i="0" u="none" strike="noStrike" cap="none">
                <a:solidFill>
                  <a:schemeClr val="dk1"/>
                </a:solidFill>
                <a:latin typeface="Arial"/>
                <a:ea typeface="Arial"/>
                <a:cs typeface="Arial"/>
                <a:sym typeface="Arial"/>
              </a:endParaRPr>
            </a:p>
          </p:txBody>
        </p:sp>
        <p:sp>
          <p:nvSpPr>
            <p:cNvPr id="718" name="Google Shape;718;p114"/>
            <p:cNvSpPr txBox="1"/>
            <p:nvPr/>
          </p:nvSpPr>
          <p:spPr>
            <a:xfrm>
              <a:off x="5623550" y="3195825"/>
              <a:ext cx="3003900" cy="60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100"/>
                <a:buFont typeface="Arial"/>
                <a:buNone/>
              </a:pPr>
              <a:r>
                <a:rPr lang="en" sz="1100" b="1" i="0" u="none" strike="noStrike" cap="none">
                  <a:solidFill>
                    <a:schemeClr val="accent2"/>
                  </a:solidFill>
                  <a:latin typeface="Arial"/>
                  <a:ea typeface="Arial"/>
                  <a:cs typeface="Arial"/>
                  <a:sym typeface="Arial"/>
                </a:rPr>
                <a:t>Taste</a:t>
              </a: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rgbClr val="14532D"/>
                </a:buClr>
                <a:buSzPts val="1000"/>
                <a:buFont typeface="Arial"/>
                <a:buNone/>
              </a:pPr>
              <a:r>
                <a:rPr lang="en" sz="1000" b="0" i="0" u="none" strike="noStrike" cap="none">
                  <a:solidFill>
                    <a:srgbClr val="14532D"/>
                  </a:solidFill>
                  <a:latin typeface="Arial"/>
                  <a:ea typeface="Arial"/>
                  <a:cs typeface="Arial"/>
                  <a:sym typeface="Arial"/>
                </a:rPr>
                <a:t>As AI floods us with mediocre content (slop), recognizing what is good becomes rare and valuable</a:t>
              </a:r>
              <a:endParaRPr sz="1100" b="0" i="0" u="none" strike="noStrike" cap="none">
                <a:solidFill>
                  <a:schemeClr val="dk1"/>
                </a:solidFill>
                <a:latin typeface="Arial"/>
                <a:ea typeface="Arial"/>
                <a:cs typeface="Arial"/>
                <a:sym typeface="Arial"/>
              </a:endParaRPr>
            </a:p>
          </p:txBody>
        </p:sp>
        <p:sp>
          <p:nvSpPr>
            <p:cNvPr id="719" name="Google Shape;719;p114"/>
            <p:cNvSpPr/>
            <p:nvPr/>
          </p:nvSpPr>
          <p:spPr>
            <a:xfrm>
              <a:off x="5074920" y="3909060"/>
              <a:ext cx="3586800" cy="685800"/>
            </a:xfrm>
            <a:prstGeom prst="roundRect">
              <a:avLst>
                <a:gd name="adj" fmla="val 8000"/>
              </a:avLst>
            </a:prstGeom>
            <a:solidFill>
              <a:srgbClr val="F0FDF4"/>
            </a:solidFill>
            <a:ln w="12700" cap="flat" cmpd="sng">
              <a:solidFill>
                <a:srgbClr val="BBF7D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720" name="Google Shape;720;p114"/>
            <p:cNvSpPr/>
            <p:nvPr/>
          </p:nvSpPr>
          <p:spPr>
            <a:xfrm>
              <a:off x="5198364" y="4094226"/>
              <a:ext cx="315600" cy="315600"/>
            </a:xfrm>
            <a:prstGeom prst="ellipse">
              <a:avLst/>
            </a:prstGeom>
            <a:solidFill>
              <a:schemeClr val="accent4"/>
            </a:solidFill>
            <a:ln w="12700" cap="flat" cmpd="sng">
              <a:solidFill>
                <a:schemeClr val="accent4"/>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721" name="Google Shape;721;p114"/>
            <p:cNvSpPr txBox="1"/>
            <p:nvPr/>
          </p:nvSpPr>
          <p:spPr>
            <a:xfrm>
              <a:off x="5198364" y="4094226"/>
              <a:ext cx="315600" cy="315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Arial"/>
                <a:buNone/>
              </a:pPr>
              <a:r>
                <a:rPr lang="en" sz="1100" b="1" i="0" u="none" strike="noStrike" cap="none">
                  <a:solidFill>
                    <a:srgbClr val="FFFFFF"/>
                  </a:solidFill>
                  <a:latin typeface="Arial"/>
                  <a:ea typeface="Arial"/>
                  <a:cs typeface="Arial"/>
                  <a:sym typeface="Arial"/>
                </a:rPr>
                <a:t>4</a:t>
              </a:r>
              <a:endParaRPr sz="1100" b="0" i="0" u="none" strike="noStrike" cap="none">
                <a:solidFill>
                  <a:schemeClr val="dk1"/>
                </a:solidFill>
                <a:latin typeface="Arial"/>
                <a:ea typeface="Arial"/>
                <a:cs typeface="Arial"/>
                <a:sym typeface="Arial"/>
              </a:endParaRPr>
            </a:p>
          </p:txBody>
        </p:sp>
        <p:sp>
          <p:nvSpPr>
            <p:cNvPr id="722" name="Google Shape;722;p114"/>
            <p:cNvSpPr txBox="1"/>
            <p:nvPr/>
          </p:nvSpPr>
          <p:spPr>
            <a:xfrm>
              <a:off x="5623560" y="3950208"/>
              <a:ext cx="2935200" cy="60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100"/>
                <a:buFont typeface="Arial"/>
                <a:buNone/>
              </a:pPr>
              <a:r>
                <a:rPr lang="en" sz="1100" b="1" i="0" u="none" strike="noStrike" cap="none">
                  <a:solidFill>
                    <a:schemeClr val="accent2"/>
                  </a:solidFill>
                  <a:latin typeface="Arial"/>
                  <a:ea typeface="Arial"/>
                  <a:cs typeface="Arial"/>
                  <a:sym typeface="Arial"/>
                </a:rPr>
                <a:t>Agency</a:t>
              </a: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rgbClr val="14532D"/>
                </a:buClr>
                <a:buSzPts val="1000"/>
                <a:buFont typeface="Arial"/>
                <a:buNone/>
              </a:pPr>
              <a:r>
                <a:rPr lang="en" sz="1000" b="0" i="0" u="none" strike="noStrike" cap="none">
                  <a:solidFill>
                    <a:srgbClr val="14532D"/>
                  </a:solidFill>
                  <a:latin typeface="Arial"/>
                  <a:ea typeface="Arial"/>
                  <a:cs typeface="Arial"/>
                  <a:sym typeface="Arial"/>
                </a:rPr>
                <a:t>The drive to push, experiment, and act without being told. AI does not have this</a:t>
              </a:r>
              <a:endParaRPr sz="1100" b="0" i="0" u="none" strike="noStrike" cap="none">
                <a:solidFill>
                  <a:schemeClr val="dk1"/>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pic>
        <p:nvPicPr>
          <p:cNvPr id="727" name="Google Shape;727;p115"/>
          <p:cNvPicPr preferRelativeResize="0"/>
          <p:nvPr/>
        </p:nvPicPr>
        <p:blipFill>
          <a:blip r:embed="rId3">
            <a:alphaModFix/>
          </a:blip>
          <a:stretch>
            <a:fillRect/>
          </a:stretch>
        </p:blipFill>
        <p:spPr>
          <a:xfrm>
            <a:off x="4137700" y="1265375"/>
            <a:ext cx="4851174" cy="3048549"/>
          </a:xfrm>
          <a:prstGeom prst="rect">
            <a:avLst/>
          </a:prstGeom>
          <a:noFill/>
          <a:ln>
            <a:noFill/>
          </a:ln>
        </p:spPr>
      </p:pic>
      <p:grpSp>
        <p:nvGrpSpPr>
          <p:cNvPr id="728" name="Google Shape;728;p115"/>
          <p:cNvGrpSpPr/>
          <p:nvPr/>
        </p:nvGrpSpPr>
        <p:grpSpPr>
          <a:xfrm>
            <a:off x="190925" y="707225"/>
            <a:ext cx="3719500" cy="4285992"/>
            <a:chOff x="190925" y="707225"/>
            <a:chExt cx="3719500" cy="4285992"/>
          </a:xfrm>
        </p:grpSpPr>
        <p:pic>
          <p:nvPicPr>
            <p:cNvPr id="729" name="Google Shape;729;p115"/>
            <p:cNvPicPr preferRelativeResize="0"/>
            <p:nvPr/>
          </p:nvPicPr>
          <p:blipFill rotWithShape="1">
            <a:blip r:embed="rId4">
              <a:alphaModFix/>
            </a:blip>
            <a:srcRect t="6323"/>
            <a:stretch/>
          </p:blipFill>
          <p:spPr>
            <a:xfrm>
              <a:off x="190925" y="1095266"/>
              <a:ext cx="3719500" cy="3897951"/>
            </a:xfrm>
            <a:prstGeom prst="rect">
              <a:avLst/>
            </a:prstGeom>
            <a:noFill/>
            <a:ln>
              <a:noFill/>
            </a:ln>
          </p:spPr>
        </p:pic>
        <p:sp>
          <p:nvSpPr>
            <p:cNvPr id="730" name="Google Shape;730;p115"/>
            <p:cNvSpPr txBox="1"/>
            <p:nvPr/>
          </p:nvSpPr>
          <p:spPr>
            <a:xfrm>
              <a:off x="190925" y="707225"/>
              <a:ext cx="2270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t>The jagged frontier</a:t>
              </a:r>
              <a:endParaRPr sz="1600"/>
            </a:p>
          </p:txBody>
        </p:sp>
      </p:grpSp>
      <p:sp>
        <p:nvSpPr>
          <p:cNvPr id="731" name="Google Shape;731;p115"/>
          <p:cNvSpPr txBox="1"/>
          <p:nvPr/>
        </p:nvSpPr>
        <p:spPr>
          <a:xfrm>
            <a:off x="2353338" y="77800"/>
            <a:ext cx="49533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rPr>
              <a:t>What AI Reveals About Being Human</a:t>
            </a:r>
            <a:endParaRPr/>
          </a:p>
        </p:txBody>
      </p:sp>
      <p:sp>
        <p:nvSpPr>
          <p:cNvPr id="732" name="Google Shape;732;p115"/>
          <p:cNvSpPr txBox="1"/>
          <p:nvPr/>
        </p:nvSpPr>
        <p:spPr>
          <a:xfrm>
            <a:off x="4991776" y="4913275"/>
            <a:ext cx="4103100" cy="20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800"/>
              <a:buFont typeface="Arial"/>
              <a:buNone/>
            </a:pPr>
            <a:r>
              <a:rPr lang="en" sz="800" b="0" i="0" u="none" strike="noStrike" cap="none">
                <a:solidFill>
                  <a:srgbClr val="6B7280"/>
                </a:solidFill>
                <a:latin typeface="Arial"/>
                <a:ea typeface="Arial"/>
                <a:cs typeface="Arial"/>
                <a:sym typeface="Arial"/>
              </a:rPr>
              <a:t>Modified from Ethan Mollick: Co-Existence: The Next Phase of AI, Penguin, 20 Oct 2026</a:t>
            </a:r>
            <a:endParaRPr sz="8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116"/>
          <p:cNvSpPr txBox="1"/>
          <p:nvPr/>
        </p:nvSpPr>
        <p:spPr>
          <a:xfrm>
            <a:off x="165250" y="928068"/>
            <a:ext cx="8914200" cy="895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a:t>1. </a:t>
            </a:r>
            <a:r>
              <a:rPr lang="en" b="1"/>
              <a:t>Delegate first, with structure</a:t>
            </a:r>
            <a:r>
              <a:rPr lang="en"/>
              <a:t>. Hand the AI a clearly scoped task with </a:t>
            </a:r>
            <a:r>
              <a:rPr lang="en" u="sng"/>
              <a:t>explicit deliverables</a:t>
            </a:r>
            <a:r>
              <a:rPr lang="en"/>
              <a:t> and </a:t>
            </a:r>
            <a:r>
              <a:rPr lang="en" u="sng"/>
              <a:t>constraints</a:t>
            </a:r>
            <a:r>
              <a:rPr lang="en"/>
              <a:t>. </a:t>
            </a:r>
            <a:endParaRPr/>
          </a:p>
          <a:p>
            <a:pPr marL="0" lvl="0" indent="0" algn="l" rtl="0">
              <a:lnSpc>
                <a:spcPct val="115000"/>
              </a:lnSpc>
              <a:spcBef>
                <a:spcPts val="0"/>
              </a:spcBef>
              <a:spcAft>
                <a:spcPts val="0"/>
              </a:spcAft>
              <a:buNone/>
            </a:pPr>
            <a:r>
              <a:rPr lang="en"/>
              <a:t>     Defining "done" precisely makes checking the result easier;   vague in → vague out</a:t>
            </a:r>
            <a:endParaRPr/>
          </a:p>
          <a:p>
            <a:pPr marL="0" lvl="0" indent="0" algn="l" rtl="0">
              <a:lnSpc>
                <a:spcPct val="115000"/>
              </a:lnSpc>
              <a:spcBef>
                <a:spcPts val="0"/>
              </a:spcBef>
              <a:spcAft>
                <a:spcPts val="0"/>
              </a:spcAft>
              <a:buNone/>
            </a:pPr>
            <a:r>
              <a:rPr lang="en"/>
              <a:t>     Your domain expertise is what lets you specify the task well.</a:t>
            </a:r>
            <a:endParaRPr sz="1200"/>
          </a:p>
        </p:txBody>
      </p:sp>
      <p:sp>
        <p:nvSpPr>
          <p:cNvPr id="738" name="Google Shape;738;p116"/>
          <p:cNvSpPr txBox="1"/>
          <p:nvPr/>
        </p:nvSpPr>
        <p:spPr>
          <a:xfrm>
            <a:off x="165238" y="2688072"/>
            <a:ext cx="8914200" cy="895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a:t>3. </a:t>
            </a:r>
            <a:r>
              <a:rPr lang="en" b="1"/>
              <a:t>Iterate deliberately</a:t>
            </a:r>
            <a:r>
              <a:rPr lang="en"/>
              <a:t>. Don't just ask for a retry; diagnose the failure (unclear task, missing context, </a:t>
            </a:r>
            <a:endParaRPr/>
          </a:p>
          <a:p>
            <a:pPr marL="0" lvl="0" indent="0" algn="l" rtl="0">
              <a:lnSpc>
                <a:spcPct val="115000"/>
              </a:lnSpc>
              <a:spcBef>
                <a:spcPts val="0"/>
              </a:spcBef>
              <a:spcAft>
                <a:spcPts val="0"/>
              </a:spcAft>
              <a:buNone/>
            </a:pPr>
            <a:r>
              <a:rPr lang="en"/>
              <a:t>    misread constraints) and improve the instructions. </a:t>
            </a:r>
            <a:endParaRPr/>
          </a:p>
          <a:p>
            <a:pPr marL="0" lvl="0" indent="0" algn="l" rtl="0">
              <a:lnSpc>
                <a:spcPct val="115000"/>
              </a:lnSpc>
              <a:spcBef>
                <a:spcPts val="0"/>
              </a:spcBef>
              <a:spcAft>
                <a:spcPts val="0"/>
              </a:spcAft>
              <a:buNone/>
            </a:pPr>
            <a:r>
              <a:rPr lang="en"/>
              <a:t>    A few targeted rounds usually show whether the task is achievable or beyond the AI's current abilities.</a:t>
            </a:r>
            <a:endParaRPr sz="1200"/>
          </a:p>
        </p:txBody>
      </p:sp>
      <p:sp>
        <p:nvSpPr>
          <p:cNvPr id="739" name="Google Shape;739;p116"/>
          <p:cNvSpPr txBox="1"/>
          <p:nvPr/>
        </p:nvSpPr>
        <p:spPr>
          <a:xfrm>
            <a:off x="188744" y="1923750"/>
            <a:ext cx="8914200" cy="648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a:t>2.  </a:t>
            </a:r>
            <a:r>
              <a:rPr lang="en" b="1"/>
              <a:t>Actually evaluate the AI's output</a:t>
            </a:r>
            <a:r>
              <a:rPr lang="en"/>
              <a:t>. Read everything it produces, even when tedious. </a:t>
            </a:r>
            <a:endParaRPr/>
          </a:p>
          <a:p>
            <a:pPr marL="0" lvl="0" indent="0" algn="l" rtl="0">
              <a:lnSpc>
                <a:spcPct val="115000"/>
              </a:lnSpc>
              <a:spcBef>
                <a:spcPts val="0"/>
              </a:spcBef>
              <a:spcAft>
                <a:spcPts val="0"/>
              </a:spcAft>
              <a:buNone/>
            </a:pPr>
            <a:r>
              <a:rPr lang="en"/>
              <a:t>     Since you aren't supervising during execution, careful review is where your expertise counts most.</a:t>
            </a:r>
            <a:endParaRPr sz="1200"/>
          </a:p>
        </p:txBody>
      </p:sp>
      <p:sp>
        <p:nvSpPr>
          <p:cNvPr id="740" name="Google Shape;740;p116"/>
          <p:cNvSpPr txBox="1"/>
          <p:nvPr/>
        </p:nvSpPr>
        <p:spPr>
          <a:xfrm>
            <a:off x="157039" y="3650917"/>
            <a:ext cx="8914200" cy="1391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a:t>4. </a:t>
            </a:r>
            <a:r>
              <a:rPr lang="en" b="1"/>
              <a:t>Know when to walk away and when to persist.</a:t>
            </a:r>
            <a:r>
              <a:rPr lang="en"/>
              <a:t> </a:t>
            </a:r>
            <a:endParaRPr/>
          </a:p>
          <a:p>
            <a:pPr marL="0" lvl="0" indent="0" algn="l" rtl="0">
              <a:lnSpc>
                <a:spcPct val="115000"/>
              </a:lnSpc>
              <a:spcBef>
                <a:spcPts val="0"/>
              </a:spcBef>
              <a:spcAft>
                <a:spcPts val="0"/>
              </a:spcAft>
              <a:buNone/>
            </a:pPr>
            <a:r>
              <a:rPr lang="en"/>
              <a:t>    After repeated failures, do the task yourself and note what went wrong. </a:t>
            </a:r>
            <a:endParaRPr/>
          </a:p>
          <a:p>
            <a:pPr marL="0" lvl="0" indent="0" algn="l" rtl="0">
              <a:lnSpc>
                <a:spcPct val="115000"/>
              </a:lnSpc>
              <a:spcBef>
                <a:spcPts val="0"/>
              </a:spcBef>
              <a:spcAft>
                <a:spcPts val="0"/>
              </a:spcAft>
              <a:buNone/>
            </a:pPr>
            <a:r>
              <a:rPr lang="en"/>
              <a:t>    This becomes a benchmark for testing newer models. </a:t>
            </a:r>
            <a:endParaRPr/>
          </a:p>
          <a:p>
            <a:pPr marL="0" lvl="0" indent="0" algn="l" rtl="0">
              <a:lnSpc>
                <a:spcPct val="115000"/>
              </a:lnSpc>
              <a:spcBef>
                <a:spcPts val="0"/>
              </a:spcBef>
              <a:spcAft>
                <a:spcPts val="0"/>
              </a:spcAft>
              <a:buNone/>
            </a:pPr>
            <a:r>
              <a:rPr lang="en"/>
              <a:t>    When you do get the AI to succeed, have it document its working method in a text file for future reuse; </a:t>
            </a:r>
            <a:endParaRPr/>
          </a:p>
          <a:p>
            <a:pPr marL="0" lvl="0" indent="0" algn="l" rtl="0">
              <a:lnSpc>
                <a:spcPct val="115000"/>
              </a:lnSpc>
              <a:spcBef>
                <a:spcPts val="0"/>
              </a:spcBef>
              <a:spcAft>
                <a:spcPts val="0"/>
              </a:spcAft>
              <a:buNone/>
            </a:pPr>
            <a:r>
              <a:rPr lang="en"/>
              <a:t>    Collections of such files ("skills") help AI handle tasks it would otherwise fail at.</a:t>
            </a:r>
            <a:endParaRPr sz="1200"/>
          </a:p>
        </p:txBody>
      </p:sp>
      <p:pic>
        <p:nvPicPr>
          <p:cNvPr id="741" name="Google Shape;741;p116">
            <a:hlinkClick r:id="rId3"/>
          </p:cNvPr>
          <p:cNvPicPr preferRelativeResize="0"/>
          <p:nvPr/>
        </p:nvPicPr>
        <p:blipFill>
          <a:blip r:embed="rId4">
            <a:alphaModFix/>
          </a:blip>
          <a:stretch>
            <a:fillRect/>
          </a:stretch>
        </p:blipFill>
        <p:spPr>
          <a:xfrm>
            <a:off x="8518364" y="43925"/>
            <a:ext cx="530375" cy="784276"/>
          </a:xfrm>
          <a:prstGeom prst="rect">
            <a:avLst/>
          </a:prstGeom>
          <a:noFill/>
          <a:ln w="9525" cap="flat" cmpd="sng">
            <a:solidFill>
              <a:srgbClr val="0000FF"/>
            </a:solidFill>
            <a:prstDash val="solid"/>
            <a:round/>
            <a:headEnd type="none" w="sm" len="sm"/>
            <a:tailEnd type="none" w="sm" len="sm"/>
          </a:ln>
        </p:spPr>
      </p:pic>
      <p:sp>
        <p:nvSpPr>
          <p:cNvPr id="742" name="Google Shape;742;p116"/>
          <p:cNvSpPr txBox="1"/>
          <p:nvPr/>
        </p:nvSpPr>
        <p:spPr>
          <a:xfrm>
            <a:off x="295600" y="136875"/>
            <a:ext cx="8222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t>Some good advice</a:t>
            </a:r>
            <a:r>
              <a:rPr lang="en" sz="1600"/>
              <a:t>  </a:t>
            </a:r>
            <a:r>
              <a:rPr lang="en" sz="1500"/>
              <a:t> </a:t>
            </a:r>
            <a:r>
              <a:rPr lang="en" sz="1100"/>
              <a:t> modified from Ethan Mollick: </a:t>
            </a:r>
            <a:r>
              <a:rPr lang="en" sz="1100" i="1"/>
              <a:t>Co-Existence: The Next Phase of AI</a:t>
            </a:r>
            <a:r>
              <a:rPr lang="en" sz="1100"/>
              <a:t>, Penguin, 20 Oct 2026</a:t>
            </a:r>
            <a:endParaRPr sz="1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47"/>
        <p:cNvGrpSpPr/>
        <p:nvPr/>
      </p:nvGrpSpPr>
      <p:grpSpPr>
        <a:xfrm>
          <a:off x="0" y="0"/>
          <a:ext cx="0" cy="0"/>
          <a:chOff x="0" y="0"/>
          <a:chExt cx="0" cy="0"/>
        </a:xfrm>
      </p:grpSpPr>
      <p:sp>
        <p:nvSpPr>
          <p:cNvPr id="748" name="Google Shape;748;p117"/>
          <p:cNvSpPr/>
          <p:nvPr/>
        </p:nvSpPr>
        <p:spPr>
          <a:xfrm>
            <a:off x="171450" y="157163"/>
            <a:ext cx="88011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2000" b="1">
                <a:solidFill>
                  <a:srgbClr val="173E43"/>
                </a:solidFill>
                <a:latin typeface="Arial"/>
                <a:ea typeface="Arial"/>
                <a:cs typeface="Arial"/>
                <a:sym typeface="Arial"/>
              </a:rPr>
              <a:t>Our imaging foundation: compartments and anatomy</a:t>
            </a:r>
            <a:endParaRPr sz="1100"/>
          </a:p>
        </p:txBody>
      </p:sp>
      <p:pic>
        <p:nvPicPr>
          <p:cNvPr id="749" name="Google Shape;749;p117"/>
          <p:cNvPicPr preferRelativeResize="0"/>
          <p:nvPr/>
        </p:nvPicPr>
        <p:blipFill rotWithShape="1">
          <a:blip r:embed="rId3">
            <a:alphaModFix/>
          </a:blip>
          <a:srcRect/>
          <a:stretch/>
        </p:blipFill>
        <p:spPr>
          <a:xfrm>
            <a:off x="485775" y="721322"/>
            <a:ext cx="5772150" cy="3250797"/>
          </a:xfrm>
          <a:prstGeom prst="rect">
            <a:avLst/>
          </a:prstGeom>
          <a:noFill/>
          <a:ln>
            <a:noFill/>
          </a:ln>
        </p:spPr>
      </p:pic>
      <p:sp>
        <p:nvSpPr>
          <p:cNvPr id="750" name="Google Shape;750;p117"/>
          <p:cNvSpPr/>
          <p:nvPr/>
        </p:nvSpPr>
        <p:spPr>
          <a:xfrm>
            <a:off x="860121" y="4228813"/>
            <a:ext cx="5278800" cy="249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1000">
                <a:latin typeface="Arial"/>
                <a:ea typeface="Arial"/>
                <a:cs typeface="Arial"/>
                <a:sym typeface="Arial"/>
              </a:rPr>
              <a:t>Lundervold et al. 2026, Fig. 1, CC BY 4.0. UCSF-PDGM-0085; reference-mask illustration</a:t>
            </a:r>
            <a:endParaRPr sz="1000"/>
          </a:p>
        </p:txBody>
      </p:sp>
      <p:sp>
        <p:nvSpPr>
          <p:cNvPr id="751" name="Google Shape;751;p117"/>
          <p:cNvSpPr/>
          <p:nvPr/>
        </p:nvSpPr>
        <p:spPr>
          <a:xfrm>
            <a:off x="7326419" y="4829175"/>
            <a:ext cx="1647300" cy="1929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 sz="900"/>
              <a:t>AI-assisted G</a:t>
            </a:r>
            <a:r>
              <a:rPr lang="en" sz="900">
                <a:latin typeface="Arial"/>
                <a:ea typeface="Arial"/>
                <a:cs typeface="Arial"/>
                <a:sym typeface="Arial"/>
              </a:rPr>
              <a:t>lioma </a:t>
            </a:r>
            <a:r>
              <a:rPr lang="en" sz="900"/>
              <a:t>R</a:t>
            </a:r>
            <a:r>
              <a:rPr lang="en" sz="900">
                <a:latin typeface="Arial"/>
                <a:ea typeface="Arial"/>
                <a:cs typeface="Arial"/>
                <a:sym typeface="Arial"/>
              </a:rPr>
              <a:t>esearch </a:t>
            </a:r>
            <a:endParaRPr sz="900"/>
          </a:p>
        </p:txBody>
      </p:sp>
      <p:grpSp>
        <p:nvGrpSpPr>
          <p:cNvPr id="752" name="Google Shape;752;p117"/>
          <p:cNvGrpSpPr/>
          <p:nvPr/>
        </p:nvGrpSpPr>
        <p:grpSpPr>
          <a:xfrm>
            <a:off x="214242" y="1185863"/>
            <a:ext cx="8821583" cy="3818856"/>
            <a:chOff x="214242" y="1185863"/>
            <a:chExt cx="8821583" cy="3818856"/>
          </a:xfrm>
        </p:grpSpPr>
        <p:sp>
          <p:nvSpPr>
            <p:cNvPr id="753" name="Google Shape;753;p117"/>
            <p:cNvSpPr/>
            <p:nvPr/>
          </p:nvSpPr>
          <p:spPr>
            <a:xfrm>
              <a:off x="6500813" y="1185863"/>
              <a:ext cx="2171700" cy="271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1500">
                  <a:solidFill>
                    <a:srgbClr val="173E43"/>
                  </a:solidFill>
                  <a:latin typeface="Arial"/>
                  <a:ea typeface="Arial"/>
                  <a:cs typeface="Arial"/>
                  <a:sym typeface="Arial"/>
                </a:rPr>
                <a:t>T1, T1c, T2, FLAIR</a:t>
              </a:r>
              <a:endParaRPr sz="1100"/>
            </a:p>
          </p:txBody>
        </p:sp>
        <p:sp>
          <p:nvSpPr>
            <p:cNvPr id="754" name="Google Shape;754;p117"/>
            <p:cNvSpPr/>
            <p:nvPr/>
          </p:nvSpPr>
          <p:spPr>
            <a:xfrm>
              <a:off x="6500813" y="1635919"/>
              <a:ext cx="2171700" cy="285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1500" b="1">
                  <a:solidFill>
                    <a:srgbClr val="173E43"/>
                  </a:solidFill>
                  <a:latin typeface="Arial"/>
                  <a:ea typeface="Arial"/>
                  <a:cs typeface="Arial"/>
                  <a:sym typeface="Arial"/>
                </a:rPr>
                <a:t>Trained imaging AI</a:t>
              </a:r>
              <a:endParaRPr sz="1100"/>
            </a:p>
          </p:txBody>
        </p:sp>
        <p:sp>
          <p:nvSpPr>
            <p:cNvPr id="755" name="Google Shape;755;p117"/>
            <p:cNvSpPr/>
            <p:nvPr/>
          </p:nvSpPr>
          <p:spPr>
            <a:xfrm>
              <a:off x="6500813" y="1928813"/>
              <a:ext cx="2171700" cy="285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1500">
                  <a:solidFill>
                    <a:srgbClr val="173E43"/>
                  </a:solidFill>
                  <a:latin typeface="Arial"/>
                  <a:ea typeface="Arial"/>
                  <a:cs typeface="Arial"/>
                  <a:sym typeface="Arial"/>
                </a:rPr>
                <a:t>MONAI SegResNet</a:t>
              </a:r>
              <a:endParaRPr sz="1100"/>
            </a:p>
          </p:txBody>
        </p:sp>
        <p:sp>
          <p:nvSpPr>
            <p:cNvPr id="756" name="Google Shape;756;p117"/>
            <p:cNvSpPr/>
            <p:nvPr/>
          </p:nvSpPr>
          <p:spPr>
            <a:xfrm>
              <a:off x="6716116" y="2648837"/>
              <a:ext cx="656100" cy="900300"/>
            </a:xfrm>
            <a:prstGeom prst="rect">
              <a:avLst/>
            </a:prstGeom>
            <a:noFill/>
            <a:ln>
              <a:noFill/>
            </a:ln>
          </p:spPr>
          <p:txBody>
            <a:bodyPr spcFirstLastPara="1" wrap="square" lIns="0" tIns="0" rIns="0" bIns="0" anchor="t" anchorCtr="0">
              <a:noAutofit/>
            </a:bodyPr>
            <a:lstStyle/>
            <a:p>
              <a:pPr marL="0" marR="0" lvl="0" indent="0" algn="r" rtl="0">
                <a:lnSpc>
                  <a:spcPct val="150000"/>
                </a:lnSpc>
                <a:spcBef>
                  <a:spcPts val="0"/>
                </a:spcBef>
                <a:spcAft>
                  <a:spcPts val="0"/>
                </a:spcAft>
                <a:buNone/>
              </a:pPr>
              <a:r>
                <a:rPr lang="en" sz="1200">
                  <a:solidFill>
                    <a:srgbClr val="173E43"/>
                  </a:solidFill>
                  <a:latin typeface="Arial"/>
                  <a:ea typeface="Arial"/>
                  <a:cs typeface="Arial"/>
                  <a:sym typeface="Arial"/>
                </a:rPr>
                <a:t>NCR</a:t>
              </a:r>
              <a:endParaRPr sz="1200">
                <a:solidFill>
                  <a:srgbClr val="173E43"/>
                </a:solidFill>
              </a:endParaRPr>
            </a:p>
            <a:p>
              <a:pPr marL="0" marR="0" lvl="0" indent="0" algn="r" rtl="0">
                <a:lnSpc>
                  <a:spcPct val="150000"/>
                </a:lnSpc>
                <a:spcBef>
                  <a:spcPts val="0"/>
                </a:spcBef>
                <a:spcAft>
                  <a:spcPts val="0"/>
                </a:spcAft>
                <a:buNone/>
              </a:pPr>
              <a:r>
                <a:rPr lang="en" sz="1200">
                  <a:solidFill>
                    <a:srgbClr val="173E43"/>
                  </a:solidFill>
                  <a:latin typeface="Arial"/>
                  <a:ea typeface="Arial"/>
                  <a:cs typeface="Arial"/>
                  <a:sym typeface="Arial"/>
                </a:rPr>
                <a:t>ED</a:t>
              </a:r>
              <a:endParaRPr sz="1200">
                <a:solidFill>
                  <a:srgbClr val="173E43"/>
                </a:solidFill>
              </a:endParaRPr>
            </a:p>
            <a:p>
              <a:pPr marL="0" marR="0" lvl="0" indent="0" algn="r" rtl="0">
                <a:lnSpc>
                  <a:spcPct val="150000"/>
                </a:lnSpc>
                <a:spcBef>
                  <a:spcPts val="0"/>
                </a:spcBef>
                <a:spcAft>
                  <a:spcPts val="0"/>
                </a:spcAft>
                <a:buNone/>
              </a:pPr>
              <a:r>
                <a:rPr lang="en" sz="1200">
                  <a:solidFill>
                    <a:srgbClr val="173E43"/>
                  </a:solidFill>
                  <a:latin typeface="Arial"/>
                  <a:ea typeface="Arial"/>
                  <a:cs typeface="Arial"/>
                  <a:sym typeface="Arial"/>
                </a:rPr>
                <a:t>ET</a:t>
              </a:r>
              <a:endParaRPr sz="1100"/>
            </a:p>
          </p:txBody>
        </p:sp>
        <p:sp>
          <p:nvSpPr>
            <p:cNvPr id="757" name="Google Shape;757;p117"/>
            <p:cNvSpPr/>
            <p:nvPr/>
          </p:nvSpPr>
          <p:spPr>
            <a:xfrm>
              <a:off x="6500813" y="3618281"/>
              <a:ext cx="2171700" cy="271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1500">
                  <a:solidFill>
                    <a:srgbClr val="173E43"/>
                  </a:solidFill>
                  <a:latin typeface="Arial"/>
                  <a:ea typeface="Arial"/>
                  <a:cs typeface="Arial"/>
                  <a:sym typeface="Arial"/>
                </a:rPr>
                <a:t>FreeSurfer anatomy</a:t>
              </a:r>
              <a:endParaRPr sz="1100"/>
            </a:p>
          </p:txBody>
        </p:sp>
        <p:sp>
          <p:nvSpPr>
            <p:cNvPr id="758" name="Google Shape;758;p117"/>
            <p:cNvSpPr/>
            <p:nvPr/>
          </p:nvSpPr>
          <p:spPr>
            <a:xfrm>
              <a:off x="6500825" y="4215625"/>
              <a:ext cx="2535000" cy="299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1500">
                  <a:solidFill>
                    <a:srgbClr val="173E43"/>
                  </a:solidFill>
                  <a:latin typeface="Arial"/>
                  <a:ea typeface="Arial"/>
                  <a:cs typeface="Arial"/>
                  <a:sym typeface="Arial"/>
                </a:rPr>
                <a:t>Regional overlap</a:t>
              </a:r>
              <a:r>
                <a:rPr lang="en" sz="1100"/>
                <a:t> </a:t>
              </a:r>
              <a:r>
                <a:rPr lang="en" sz="1500">
                  <a:solidFill>
                    <a:srgbClr val="173E43"/>
                  </a:solidFill>
                  <a:latin typeface="Arial"/>
                  <a:ea typeface="Arial"/>
                  <a:cs typeface="Arial"/>
                  <a:sym typeface="Arial"/>
                </a:rPr>
                <a:t>volumes</a:t>
              </a:r>
              <a:endParaRPr sz="1100"/>
            </a:p>
          </p:txBody>
        </p:sp>
        <p:sp>
          <p:nvSpPr>
            <p:cNvPr id="759" name="Google Shape;759;p117"/>
            <p:cNvSpPr/>
            <p:nvPr/>
          </p:nvSpPr>
          <p:spPr>
            <a:xfrm>
              <a:off x="214242" y="4776119"/>
              <a:ext cx="62055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900"/>
                <a:t> </a:t>
              </a:r>
              <a:r>
                <a:rPr lang="en" sz="1000" b="1"/>
                <a:t>Paper</a:t>
              </a:r>
              <a:r>
                <a:rPr lang="en" sz="1000"/>
                <a:t>:  </a:t>
              </a:r>
              <a:r>
                <a:rPr lang="en" sz="1000">
                  <a:solidFill>
                    <a:srgbClr val="0000FF"/>
                  </a:solidFill>
                  <a:uFill>
                    <a:noFill/>
                  </a:uFill>
                  <a:latin typeface="Arial"/>
                  <a:ea typeface="Arial"/>
                  <a:cs typeface="Arial"/>
                  <a:sym typeface="Arial"/>
                  <a:hlinkClick r:id="rId4">
                    <a:extLst>
                      <a:ext uri="{A12FA001-AC4F-418D-AE19-62706E023703}">
                        <ahyp:hlinkClr xmlns:ahyp="http://schemas.microsoft.com/office/drawing/2018/hyperlinkcolor" val="tx"/>
                      </a:ext>
                    </a:extLst>
                  </a:hlinkClick>
                </a:rPr>
                <a:t>Published feasibility study</a:t>
              </a:r>
              <a:r>
                <a:rPr lang="en" sz="1000">
                  <a:solidFill>
                    <a:srgbClr val="31858F"/>
                  </a:solidFill>
                  <a:latin typeface="Arial"/>
                  <a:ea typeface="Arial"/>
                  <a:cs typeface="Arial"/>
                  <a:sym typeface="Arial"/>
                </a:rPr>
                <a:t>  </a:t>
              </a:r>
              <a:r>
                <a:rPr lang="en" sz="1000">
                  <a:latin typeface="Arial"/>
                  <a:ea typeface="Arial"/>
                  <a:cs typeface="Arial"/>
                  <a:sym typeface="Arial"/>
                </a:rPr>
                <a:t>&amp;  </a:t>
              </a:r>
              <a:r>
                <a:rPr lang="en" sz="1000" b="1"/>
                <a:t>Code</a:t>
              </a:r>
              <a:r>
                <a:rPr lang="en" sz="1000">
                  <a:latin typeface="Arial"/>
                  <a:ea typeface="Arial"/>
                  <a:cs typeface="Arial"/>
                  <a:sym typeface="Arial"/>
                </a:rPr>
                <a:t>: </a:t>
              </a:r>
              <a:r>
                <a:rPr lang="en" sz="1000">
                  <a:solidFill>
                    <a:srgbClr val="0000FF"/>
                  </a:solidFill>
                  <a:uFill>
                    <a:noFill/>
                  </a:uFill>
                  <a:latin typeface="Arial"/>
                  <a:ea typeface="Arial"/>
                  <a:cs typeface="Arial"/>
                  <a:sym typeface="Arial"/>
                  <a:hlinkClick r:id="rId5">
                    <a:extLst>
                      <a:ext uri="{A12FA001-AC4F-418D-AE19-62706E023703}">
                        <ahyp:hlinkClr xmlns:ahyp="http://schemas.microsoft.com/office/drawing/2018/hyperlinkcolor" val="tx"/>
                      </a:ext>
                    </a:extLst>
                  </a:hlinkClick>
                </a:rPr>
                <a:t>https://github.com/arvidl/high-precision-glioma-segmentation</a:t>
              </a:r>
              <a:r>
                <a:rPr lang="en" sz="1000">
                  <a:latin typeface="Arial"/>
                  <a:ea typeface="Arial"/>
                  <a:cs typeface="Arial"/>
                  <a:sym typeface="Arial"/>
                </a:rPr>
                <a:t>  </a:t>
              </a:r>
              <a:r>
                <a:rPr lang="en" sz="900">
                  <a:latin typeface="Arial"/>
                  <a:ea typeface="Arial"/>
                  <a:cs typeface="Arial"/>
                  <a:sym typeface="Arial"/>
                </a:rPr>
                <a:t>  </a:t>
              </a:r>
              <a:r>
                <a:rPr lang="en" sz="1100">
                  <a:solidFill>
                    <a:srgbClr val="31858F"/>
                  </a:solidFill>
                  <a:latin typeface="Arial"/>
                  <a:ea typeface="Arial"/>
                  <a:cs typeface="Arial"/>
                  <a:sym typeface="Arial"/>
                </a:rPr>
                <a:t>   </a:t>
              </a:r>
              <a:endParaRPr sz="1100"/>
            </a:p>
          </p:txBody>
        </p:sp>
        <p:pic>
          <p:nvPicPr>
            <p:cNvPr id="760" name="Google Shape;760;p117"/>
            <p:cNvPicPr preferRelativeResize="0"/>
            <p:nvPr/>
          </p:nvPicPr>
          <p:blipFill>
            <a:blip r:embed="rId6">
              <a:alphaModFix/>
            </a:blip>
            <a:stretch>
              <a:fillRect/>
            </a:stretch>
          </p:blipFill>
          <p:spPr>
            <a:xfrm>
              <a:off x="7639625" y="2430362"/>
              <a:ext cx="1059000" cy="1040032"/>
            </a:xfrm>
            <a:prstGeom prst="rect">
              <a:avLst/>
            </a:prstGeom>
            <a:noFill/>
            <a:ln>
              <a:noFill/>
            </a:ln>
          </p:spPr>
        </p:pic>
        <p:cxnSp>
          <p:nvCxnSpPr>
            <p:cNvPr id="761" name="Google Shape;761;p117"/>
            <p:cNvCxnSpPr/>
            <p:nvPr/>
          </p:nvCxnSpPr>
          <p:spPr>
            <a:xfrm>
              <a:off x="7450375" y="2753125"/>
              <a:ext cx="795900" cy="156600"/>
            </a:xfrm>
            <a:prstGeom prst="straightConnector1">
              <a:avLst/>
            </a:prstGeom>
            <a:noFill/>
            <a:ln w="9525" cap="flat" cmpd="sng">
              <a:solidFill>
                <a:srgbClr val="0000FF"/>
              </a:solidFill>
              <a:prstDash val="solid"/>
              <a:round/>
              <a:headEnd type="none" w="med" len="med"/>
              <a:tailEnd type="triangle" w="med" len="med"/>
            </a:ln>
          </p:spPr>
        </p:cxnSp>
        <p:cxnSp>
          <p:nvCxnSpPr>
            <p:cNvPr id="762" name="Google Shape;762;p117"/>
            <p:cNvCxnSpPr/>
            <p:nvPr/>
          </p:nvCxnSpPr>
          <p:spPr>
            <a:xfrm>
              <a:off x="7420104" y="3016433"/>
              <a:ext cx="578400" cy="4200"/>
            </a:xfrm>
            <a:prstGeom prst="straightConnector1">
              <a:avLst/>
            </a:prstGeom>
            <a:noFill/>
            <a:ln w="9525" cap="flat" cmpd="sng">
              <a:solidFill>
                <a:srgbClr val="00FF00"/>
              </a:solidFill>
              <a:prstDash val="solid"/>
              <a:round/>
              <a:headEnd type="none" w="med" len="med"/>
              <a:tailEnd type="triangle" w="med" len="med"/>
            </a:ln>
          </p:spPr>
        </p:cxnSp>
        <p:cxnSp>
          <p:nvCxnSpPr>
            <p:cNvPr id="763" name="Google Shape;763;p117"/>
            <p:cNvCxnSpPr/>
            <p:nvPr/>
          </p:nvCxnSpPr>
          <p:spPr>
            <a:xfrm rot="10800000" flipH="1">
              <a:off x="7456900" y="3053100"/>
              <a:ext cx="691500" cy="241500"/>
            </a:xfrm>
            <a:prstGeom prst="straightConnector1">
              <a:avLst/>
            </a:prstGeom>
            <a:noFill/>
            <a:ln w="9525" cap="flat" cmpd="sng">
              <a:solidFill>
                <a:srgbClr val="FF0000"/>
              </a:solidFill>
              <a:prstDash val="solid"/>
              <a:round/>
              <a:headEnd type="none" w="med" len="med"/>
              <a:tailEnd type="triangle" w="med" len="med"/>
            </a:ln>
          </p:spPr>
        </p:cxnSp>
      </p:grpSp>
      <p:pic>
        <p:nvPicPr>
          <p:cNvPr id="764" name="Google Shape;764;p117"/>
          <p:cNvPicPr preferRelativeResize="0"/>
          <p:nvPr/>
        </p:nvPicPr>
        <p:blipFill>
          <a:blip r:embed="rId7">
            <a:alphaModFix/>
          </a:blip>
          <a:stretch>
            <a:fillRect/>
          </a:stretch>
        </p:blipFill>
        <p:spPr>
          <a:xfrm>
            <a:off x="8267689" y="59735"/>
            <a:ext cx="768125" cy="768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p118"/>
          <p:cNvSpPr txBox="1"/>
          <p:nvPr/>
        </p:nvSpPr>
        <p:spPr>
          <a:xfrm>
            <a:off x="6868275" y="4880200"/>
            <a:ext cx="22134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solidFill>
                  <a:srgbClr val="0000FF"/>
                </a:solidFill>
                <a:uFill>
                  <a:noFill/>
                </a:uFill>
                <a:hlinkClick r:id="rId3">
                  <a:extLst>
                    <a:ext uri="{A12FA001-AC4F-418D-AE19-62706E023703}">
                      <ahyp:hlinkClr xmlns:ahyp="http://schemas.microsoft.com/office/drawing/2018/hyperlinkcolor" val="tx"/>
                    </a:ext>
                  </a:extLst>
                </a:hlinkClick>
              </a:rPr>
              <a:t>https://www.aimspress.com/article/10.3934/mbe.2020207</a:t>
            </a:r>
            <a:endParaRPr sz="600">
              <a:solidFill>
                <a:srgbClr val="0000FF"/>
              </a:solidFill>
            </a:endParaRPr>
          </a:p>
        </p:txBody>
      </p:sp>
      <p:sp>
        <p:nvSpPr>
          <p:cNvPr id="770" name="Google Shape;770;p118"/>
          <p:cNvSpPr txBox="1"/>
          <p:nvPr/>
        </p:nvSpPr>
        <p:spPr>
          <a:xfrm>
            <a:off x="357150" y="487650"/>
            <a:ext cx="85422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t>The </a:t>
            </a:r>
            <a:r>
              <a:rPr lang="en" sz="1500" b="1"/>
              <a:t>go-or-grow </a:t>
            </a:r>
            <a:r>
              <a:rPr lang="en" sz="1500">
                <a:solidFill>
                  <a:schemeClr val="dk1"/>
                </a:solidFill>
              </a:rPr>
              <a:t>hypothesis* </a:t>
            </a:r>
            <a:endParaRPr sz="1200"/>
          </a:p>
        </p:txBody>
      </p:sp>
      <p:sp>
        <p:nvSpPr>
          <p:cNvPr id="771" name="Google Shape;771;p118"/>
          <p:cNvSpPr txBox="1"/>
          <p:nvPr/>
        </p:nvSpPr>
        <p:spPr>
          <a:xfrm>
            <a:off x="2064225" y="34000"/>
            <a:ext cx="48993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t>Biophysics modeling of tumor growth </a:t>
            </a:r>
            <a:endParaRPr sz="1800"/>
          </a:p>
        </p:txBody>
      </p:sp>
      <p:sp>
        <p:nvSpPr>
          <p:cNvPr id="772" name="Google Shape;772;p118"/>
          <p:cNvSpPr txBox="1"/>
          <p:nvPr/>
        </p:nvSpPr>
        <p:spPr>
          <a:xfrm>
            <a:off x="132100" y="4662900"/>
            <a:ext cx="74721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rPr>
              <a:t>    </a:t>
            </a:r>
            <a:r>
              <a:rPr lang="en" sz="1200"/>
              <a:t>*</a:t>
            </a:r>
            <a:r>
              <a:rPr lang="en" sz="700"/>
              <a:t>H. Hatzikirou et al. </a:t>
            </a:r>
            <a:r>
              <a:rPr lang="en" sz="700">
                <a:highlight>
                  <a:srgbClr val="FFFFFF"/>
                </a:highlight>
              </a:rPr>
              <a:t>'Go or grow': the key to the emergence of invasion in tumour progression? </a:t>
            </a:r>
            <a:r>
              <a:rPr lang="en" sz="700" i="1">
                <a:highlight>
                  <a:srgbClr val="FFFFFF"/>
                </a:highlight>
              </a:rPr>
              <a:t>Mathematical Medicine and Biology </a:t>
            </a:r>
            <a:r>
              <a:rPr lang="en" sz="700">
                <a:highlight>
                  <a:srgbClr val="FFFFFF"/>
                </a:highlight>
              </a:rPr>
              <a:t>2012;29(1):49-65.</a:t>
            </a:r>
            <a:endParaRPr sz="700">
              <a:highlight>
                <a:srgbClr val="FFFFFF"/>
              </a:highlight>
            </a:endParaRPr>
          </a:p>
          <a:p>
            <a:pPr marL="0" lvl="0" indent="0" algn="l" rtl="0">
              <a:lnSpc>
                <a:spcPct val="133333"/>
              </a:lnSpc>
              <a:spcBef>
                <a:spcPts val="0"/>
              </a:spcBef>
              <a:spcAft>
                <a:spcPts val="0"/>
              </a:spcAft>
              <a:buNone/>
            </a:pPr>
            <a:r>
              <a:rPr lang="en" sz="700">
                <a:solidFill>
                  <a:srgbClr val="333333"/>
                </a:solidFill>
                <a:highlight>
                  <a:srgbClr val="FFFFFF"/>
                </a:highlight>
              </a:rPr>
              <a:t>     </a:t>
            </a:r>
            <a:r>
              <a:rPr lang="en" sz="1000">
                <a:solidFill>
                  <a:schemeClr val="dk1"/>
                </a:solidFill>
              </a:rPr>
              <a:t>**</a:t>
            </a:r>
            <a:r>
              <a:rPr lang="en" sz="700">
                <a:highlight>
                  <a:srgbClr val="FFFFFF"/>
                </a:highlight>
              </a:rPr>
              <a:t>R. Everett et al. A tutorial review of mathematical techniques for quantifying tumor heterogeneity. </a:t>
            </a:r>
            <a:r>
              <a:rPr lang="en" sz="700" i="1">
                <a:highlight>
                  <a:srgbClr val="FFFFFF"/>
                </a:highlight>
                <a:uFill>
                  <a:noFill/>
                </a:uFill>
                <a:hlinkClick r:id="rId4"/>
              </a:rPr>
              <a:t>Mathematical Biosciences and Engineering</a:t>
            </a:r>
            <a:r>
              <a:rPr lang="en" sz="700" i="1">
                <a:highlight>
                  <a:srgbClr val="FFFFFF"/>
                </a:highlight>
              </a:rPr>
              <a:t> </a:t>
            </a:r>
            <a:r>
              <a:rPr lang="en" sz="700">
                <a:highlight>
                  <a:srgbClr val="FFFFFF"/>
                </a:highlight>
              </a:rPr>
              <a:t>2020;</a:t>
            </a:r>
            <a:r>
              <a:rPr lang="en" sz="700">
                <a:highlight>
                  <a:srgbClr val="FFFFFF"/>
                </a:highlight>
                <a:uFill>
                  <a:noFill/>
                </a:uFill>
                <a:hlinkClick r:id="rId5"/>
              </a:rPr>
              <a:t>1</a:t>
            </a:r>
            <a:r>
              <a:rPr lang="en" sz="700">
                <a:highlight>
                  <a:srgbClr val="FFFFFF"/>
                </a:highlight>
              </a:rPr>
              <a:t>7(4):3660-3709</a:t>
            </a:r>
            <a:endParaRPr sz="700">
              <a:solidFill>
                <a:srgbClr val="2A2A2A"/>
              </a:solidFill>
              <a:highlight>
                <a:srgbClr val="FFFFFF"/>
              </a:highlight>
            </a:endParaRPr>
          </a:p>
        </p:txBody>
      </p:sp>
      <p:grpSp>
        <p:nvGrpSpPr>
          <p:cNvPr id="773" name="Google Shape;773;p118"/>
          <p:cNvGrpSpPr/>
          <p:nvPr/>
        </p:nvGrpSpPr>
        <p:grpSpPr>
          <a:xfrm>
            <a:off x="177125" y="2237850"/>
            <a:ext cx="8730375" cy="2484300"/>
            <a:chOff x="177125" y="2237850"/>
            <a:chExt cx="8730375" cy="2484300"/>
          </a:xfrm>
        </p:grpSpPr>
        <p:sp>
          <p:nvSpPr>
            <p:cNvPr id="774" name="Google Shape;774;p118"/>
            <p:cNvSpPr/>
            <p:nvPr/>
          </p:nvSpPr>
          <p:spPr>
            <a:xfrm>
              <a:off x="177125" y="2237850"/>
              <a:ext cx="8722200" cy="2484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5" name="Google Shape;775;p118"/>
            <p:cNvSpPr txBox="1"/>
            <p:nvPr/>
          </p:nvSpPr>
          <p:spPr>
            <a:xfrm>
              <a:off x="370400" y="2393450"/>
              <a:ext cx="85371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a:t>
              </a:r>
              <a:r>
                <a:rPr lang="en" sz="1200">
                  <a:solidFill>
                    <a:srgbClr val="0000FF"/>
                  </a:solidFill>
                  <a:uFill>
                    <a:noFill/>
                  </a:uFill>
                  <a:hlinkClick r:id="rId6">
                    <a:extLst>
                      <a:ext uri="{A12FA001-AC4F-418D-AE19-62706E023703}">
                        <ahyp:hlinkClr xmlns:ahyp="http://schemas.microsoft.com/office/drawing/2018/hyperlinkcolor" val="tx"/>
                      </a:ext>
                    </a:extLst>
                  </a:hlinkClick>
                </a:rPr>
                <a:t>Fisher-KPP model</a:t>
              </a:r>
              <a:r>
                <a:rPr lang="en" sz="1200"/>
                <a:t> for tumor growth in the absence of treatment takes the form of a nonlinear </a:t>
              </a:r>
              <a:r>
                <a:rPr lang="en" sz="1200" b="1"/>
                <a:t>reaction-diffusion type</a:t>
              </a:r>
              <a:r>
                <a:rPr lang="en" sz="1200"/>
                <a:t> Partial Differential Equation (PDE) for a </a:t>
              </a:r>
              <a:r>
                <a:rPr lang="en" sz="1200" b="1"/>
                <a:t>density of tumor cells </a:t>
              </a:r>
              <a:r>
                <a:rPr lang="en" sz="1200" b="1" i="1"/>
                <a:t>n </a:t>
              </a:r>
              <a:r>
                <a:rPr lang="en" sz="1200" b="1"/>
                <a:t>= </a:t>
              </a:r>
              <a:r>
                <a:rPr lang="en" sz="1200" b="1" i="1"/>
                <a:t>n</a:t>
              </a:r>
              <a:r>
                <a:rPr lang="en" sz="1200" b="1"/>
                <a:t>(</a:t>
              </a:r>
              <a:r>
                <a:rPr lang="en" sz="1200" b="1" i="1"/>
                <a:t>x</a:t>
              </a:r>
              <a:r>
                <a:rPr lang="en" sz="1200" b="1"/>
                <a:t>,</a:t>
              </a:r>
              <a:r>
                <a:rPr lang="en" sz="1200" b="1" i="1"/>
                <a:t>t</a:t>
              </a:r>
              <a:r>
                <a:rPr lang="en" sz="1200" b="1"/>
                <a:t>)</a:t>
              </a:r>
              <a:r>
                <a:rPr lang="en" sz="1200"/>
                <a:t>  </a:t>
              </a:r>
              <a:r>
                <a:rPr lang="en" sz="1100"/>
                <a:t> </a:t>
              </a:r>
              <a:r>
                <a:rPr lang="en" sz="1200"/>
                <a:t>(units number per unit volume): </a:t>
              </a:r>
              <a:endParaRPr sz="1100"/>
            </a:p>
          </p:txBody>
        </p:sp>
        <p:pic>
          <p:nvPicPr>
            <p:cNvPr id="776" name="Google Shape;776;p118"/>
            <p:cNvPicPr preferRelativeResize="0"/>
            <p:nvPr/>
          </p:nvPicPr>
          <p:blipFill>
            <a:blip r:embed="rId7">
              <a:alphaModFix/>
            </a:blip>
            <a:stretch>
              <a:fillRect/>
            </a:stretch>
          </p:blipFill>
          <p:spPr>
            <a:xfrm>
              <a:off x="445625" y="3051351"/>
              <a:ext cx="6548977" cy="1576450"/>
            </a:xfrm>
            <a:prstGeom prst="rect">
              <a:avLst/>
            </a:prstGeom>
            <a:noFill/>
            <a:ln>
              <a:noFill/>
            </a:ln>
          </p:spPr>
        </p:pic>
        <p:sp>
          <p:nvSpPr>
            <p:cNvPr id="777" name="Google Shape;777;p118"/>
            <p:cNvSpPr txBox="1"/>
            <p:nvPr/>
          </p:nvSpPr>
          <p:spPr>
            <a:xfrm>
              <a:off x="2570025" y="2879750"/>
              <a:ext cx="561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i="1" u="sng"/>
                <a:t>diffusion</a:t>
              </a:r>
              <a:endParaRPr sz="800" i="1" u="sng"/>
            </a:p>
          </p:txBody>
        </p:sp>
        <p:sp>
          <p:nvSpPr>
            <p:cNvPr id="778" name="Google Shape;778;p118"/>
            <p:cNvSpPr txBox="1"/>
            <p:nvPr/>
          </p:nvSpPr>
          <p:spPr>
            <a:xfrm>
              <a:off x="3218950" y="2879750"/>
              <a:ext cx="8499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i="1" u="sng"/>
                <a:t>logistic growth</a:t>
              </a:r>
              <a:endParaRPr sz="800" i="1" u="sng"/>
            </a:p>
          </p:txBody>
        </p:sp>
        <p:sp>
          <p:nvSpPr>
            <p:cNvPr id="779" name="Google Shape;779;p118"/>
            <p:cNvSpPr txBox="1"/>
            <p:nvPr/>
          </p:nvSpPr>
          <p:spPr>
            <a:xfrm>
              <a:off x="3784500" y="3609175"/>
              <a:ext cx="1575000" cy="307800"/>
            </a:xfrm>
            <a:prstGeom prst="rect">
              <a:avLst/>
            </a:prstGeom>
            <a:solidFill>
              <a:srgbClr val="FFFFFF"/>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t>zero flux boundary condition</a:t>
              </a:r>
              <a:endParaRPr sz="800"/>
            </a:p>
          </p:txBody>
        </p:sp>
        <p:sp>
          <p:nvSpPr>
            <p:cNvPr id="780" name="Google Shape;780;p118"/>
            <p:cNvSpPr txBox="1"/>
            <p:nvPr/>
          </p:nvSpPr>
          <p:spPr>
            <a:xfrm>
              <a:off x="3784500" y="3380575"/>
              <a:ext cx="1575000" cy="307800"/>
            </a:xfrm>
            <a:prstGeom prst="rect">
              <a:avLst/>
            </a:prstGeom>
            <a:solidFill>
              <a:srgbClr val="FFFFFF"/>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t>initial condition at time t=0</a:t>
              </a:r>
              <a:endParaRPr sz="800"/>
            </a:p>
          </p:txBody>
        </p:sp>
        <p:sp>
          <p:nvSpPr>
            <p:cNvPr id="781" name="Google Shape;781;p118"/>
            <p:cNvSpPr txBox="1"/>
            <p:nvPr/>
          </p:nvSpPr>
          <p:spPr>
            <a:xfrm>
              <a:off x="922775" y="2279650"/>
              <a:ext cx="16473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Kolmogorov, Petrovsky, Piskunov (1937)</a:t>
              </a:r>
              <a:endParaRPr sz="600"/>
            </a:p>
          </p:txBody>
        </p:sp>
        <p:sp>
          <p:nvSpPr>
            <p:cNvPr id="782" name="Google Shape;782;p118"/>
            <p:cNvSpPr txBox="1"/>
            <p:nvPr/>
          </p:nvSpPr>
          <p:spPr>
            <a:xfrm>
              <a:off x="5610650" y="3172825"/>
              <a:ext cx="3033900" cy="723300"/>
            </a:xfrm>
            <a:prstGeom prst="rect">
              <a:avLst/>
            </a:prstGeom>
            <a:solidFill>
              <a:srgbClr val="FFFFFF"/>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t>The first term with </a:t>
              </a:r>
              <a:r>
                <a:rPr lang="en" sz="700" b="1" i="1"/>
                <a:t>D</a:t>
              </a:r>
              <a:r>
                <a:rPr lang="en" sz="700"/>
                <a:t> is a diffusion operator that models the </a:t>
              </a:r>
              <a:r>
                <a:rPr lang="en" sz="700" b="1"/>
                <a:t>migration</a:t>
              </a:r>
              <a:r>
                <a:rPr lang="en" sz="700"/>
                <a:t> of cancerous cells into surrounding healthy tissue.</a:t>
              </a:r>
              <a:endParaRPr sz="700"/>
            </a:p>
            <a:p>
              <a:pPr marL="0" lvl="0" indent="0" algn="l" rtl="0">
                <a:spcBef>
                  <a:spcPts val="0"/>
                </a:spcBef>
                <a:spcAft>
                  <a:spcPts val="0"/>
                </a:spcAft>
                <a:buNone/>
              </a:pPr>
              <a:endParaRPr sz="700"/>
            </a:p>
            <a:p>
              <a:pPr marL="0" lvl="0" indent="0" algn="l" rtl="0">
                <a:spcBef>
                  <a:spcPts val="0"/>
                </a:spcBef>
                <a:spcAft>
                  <a:spcPts val="0"/>
                </a:spcAft>
                <a:buNone/>
              </a:pPr>
              <a:r>
                <a:rPr lang="en" sz="700"/>
                <a:t>The second term with </a:t>
              </a:r>
              <a:r>
                <a:rPr lang="en" sz="700" b="1"/>
                <a:t>ρ </a:t>
              </a:r>
              <a:r>
                <a:rPr lang="en" sz="700"/>
                <a:t>models the </a:t>
              </a:r>
              <a:r>
                <a:rPr lang="en" sz="700" b="1"/>
                <a:t>proliferation</a:t>
              </a:r>
              <a:r>
                <a:rPr lang="en" sz="700"/>
                <a:t> of tumor cells that can be a logistic growth function</a:t>
              </a:r>
              <a:endParaRPr sz="700"/>
            </a:p>
          </p:txBody>
        </p:sp>
      </p:grpSp>
      <p:sp>
        <p:nvSpPr>
          <p:cNvPr id="783" name="Google Shape;783;p118"/>
          <p:cNvSpPr txBox="1"/>
          <p:nvPr/>
        </p:nvSpPr>
        <p:spPr>
          <a:xfrm>
            <a:off x="509550" y="868650"/>
            <a:ext cx="84960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Tumor progression as a cycle of two phases: </a:t>
            </a:r>
            <a:endParaRPr sz="1200"/>
          </a:p>
          <a:p>
            <a:pPr marL="0" lvl="0" indent="0" algn="l" rtl="0">
              <a:spcBef>
                <a:spcPts val="0"/>
              </a:spcBef>
              <a:spcAft>
                <a:spcPts val="0"/>
              </a:spcAft>
              <a:buNone/>
            </a:pPr>
            <a:endParaRPr sz="1200" b="1"/>
          </a:p>
          <a:p>
            <a:pPr marL="457200" lvl="0" indent="-304800" algn="l" rtl="0">
              <a:spcBef>
                <a:spcPts val="0"/>
              </a:spcBef>
              <a:spcAft>
                <a:spcPts val="0"/>
              </a:spcAft>
              <a:buSzPts val="1200"/>
              <a:buChar char="●"/>
            </a:pPr>
            <a:r>
              <a:rPr lang="en" sz="1200"/>
              <a:t>An initially exclusively </a:t>
            </a:r>
            <a:r>
              <a:rPr lang="en" sz="1200" u="sng"/>
              <a:t>proliferative phase </a:t>
            </a:r>
            <a:r>
              <a:rPr lang="en" sz="1200"/>
              <a:t>followed by an </a:t>
            </a:r>
            <a:r>
              <a:rPr lang="en" sz="1200" u="sng"/>
              <a:t>invasion</a:t>
            </a:r>
            <a:r>
              <a:rPr lang="en" sz="1200"/>
              <a:t> of tumor cells into surrounding tissues</a:t>
            </a:r>
            <a:endParaRPr sz="1200"/>
          </a:p>
          <a:p>
            <a:pPr marL="0" lvl="0" indent="0" algn="l" rtl="0">
              <a:spcBef>
                <a:spcPts val="0"/>
              </a:spcBef>
              <a:spcAft>
                <a:spcPts val="0"/>
              </a:spcAft>
              <a:buNone/>
            </a:pPr>
            <a:endParaRPr sz="1200" b="1"/>
          </a:p>
          <a:p>
            <a:pPr marL="457200" lvl="0" indent="-304800" algn="l" rtl="0">
              <a:spcBef>
                <a:spcPts val="0"/>
              </a:spcBef>
              <a:spcAft>
                <a:spcPts val="0"/>
              </a:spcAft>
              <a:buSzPts val="1200"/>
              <a:buChar char="●"/>
            </a:pPr>
            <a:r>
              <a:rPr lang="en" sz="1200"/>
              <a:t>This second phase can then possibly transition back to a proliferating phenotype, which encourages recurrence </a:t>
            </a:r>
            <a:endParaRPr sz="1200"/>
          </a:p>
          <a:p>
            <a:pPr marL="0" lvl="0" indent="0" algn="l" rtl="0">
              <a:spcBef>
                <a:spcPts val="0"/>
              </a:spcBef>
              <a:spcAft>
                <a:spcPts val="0"/>
              </a:spcAft>
              <a:buNone/>
            </a:pPr>
            <a:r>
              <a:rPr lang="en" sz="1200"/>
              <a:t>            and growth of metastatic tumors</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119"/>
          <p:cNvSpPr txBox="1"/>
          <p:nvPr/>
        </p:nvSpPr>
        <p:spPr>
          <a:xfrm>
            <a:off x="229550" y="0"/>
            <a:ext cx="6101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t>AI-assisted tumor growth modelling   </a:t>
            </a:r>
            <a:endParaRPr sz="1600"/>
          </a:p>
        </p:txBody>
      </p:sp>
      <p:pic>
        <p:nvPicPr>
          <p:cNvPr id="789" name="Google Shape;789;p119"/>
          <p:cNvPicPr preferRelativeResize="0"/>
          <p:nvPr/>
        </p:nvPicPr>
        <p:blipFill rotWithShape="1">
          <a:blip r:embed="rId3">
            <a:alphaModFix/>
          </a:blip>
          <a:srcRect t="23914"/>
          <a:stretch/>
        </p:blipFill>
        <p:spPr>
          <a:xfrm>
            <a:off x="152400" y="1847200"/>
            <a:ext cx="5418275" cy="3084000"/>
          </a:xfrm>
          <a:prstGeom prst="rect">
            <a:avLst/>
          </a:prstGeom>
          <a:noFill/>
          <a:ln>
            <a:noFill/>
          </a:ln>
        </p:spPr>
      </p:pic>
      <p:pic>
        <p:nvPicPr>
          <p:cNvPr id="790" name="Google Shape;790;p119"/>
          <p:cNvPicPr preferRelativeResize="0"/>
          <p:nvPr/>
        </p:nvPicPr>
        <p:blipFill>
          <a:blip r:embed="rId4">
            <a:alphaModFix/>
          </a:blip>
          <a:stretch>
            <a:fillRect/>
          </a:stretch>
        </p:blipFill>
        <p:spPr>
          <a:xfrm>
            <a:off x="3725953" y="4878775"/>
            <a:ext cx="1672549" cy="264725"/>
          </a:xfrm>
          <a:prstGeom prst="rect">
            <a:avLst/>
          </a:prstGeom>
          <a:noFill/>
          <a:ln>
            <a:noFill/>
          </a:ln>
        </p:spPr>
      </p:pic>
      <p:grpSp>
        <p:nvGrpSpPr>
          <p:cNvPr id="791" name="Google Shape;791;p119"/>
          <p:cNvGrpSpPr/>
          <p:nvPr/>
        </p:nvGrpSpPr>
        <p:grpSpPr>
          <a:xfrm>
            <a:off x="320100" y="390340"/>
            <a:ext cx="5250573" cy="1619885"/>
            <a:chOff x="320100" y="390340"/>
            <a:chExt cx="5250573" cy="1619885"/>
          </a:xfrm>
        </p:grpSpPr>
        <p:pic>
          <p:nvPicPr>
            <p:cNvPr id="792" name="Google Shape;792;p119"/>
            <p:cNvPicPr preferRelativeResize="0"/>
            <p:nvPr/>
          </p:nvPicPr>
          <p:blipFill>
            <a:blip r:embed="rId5">
              <a:alphaModFix/>
            </a:blip>
            <a:stretch>
              <a:fillRect/>
            </a:stretch>
          </p:blipFill>
          <p:spPr>
            <a:xfrm>
              <a:off x="320100" y="437918"/>
              <a:ext cx="2320799" cy="1303200"/>
            </a:xfrm>
            <a:prstGeom prst="rect">
              <a:avLst/>
            </a:prstGeom>
            <a:noFill/>
            <a:ln w="9525" cap="flat" cmpd="sng">
              <a:solidFill>
                <a:srgbClr val="CCCCCC"/>
              </a:solidFill>
              <a:prstDash val="solid"/>
              <a:round/>
              <a:headEnd type="none" w="sm" len="sm"/>
              <a:tailEnd type="none" w="sm" len="sm"/>
            </a:ln>
          </p:spPr>
        </p:pic>
        <p:pic>
          <p:nvPicPr>
            <p:cNvPr id="793" name="Google Shape;793;p119"/>
            <p:cNvPicPr preferRelativeResize="0"/>
            <p:nvPr/>
          </p:nvPicPr>
          <p:blipFill>
            <a:blip r:embed="rId6">
              <a:alphaModFix/>
            </a:blip>
            <a:stretch>
              <a:fillRect/>
            </a:stretch>
          </p:blipFill>
          <p:spPr>
            <a:xfrm>
              <a:off x="3086372" y="390340"/>
              <a:ext cx="2484301" cy="1390147"/>
            </a:xfrm>
            <a:prstGeom prst="rect">
              <a:avLst/>
            </a:prstGeom>
            <a:noFill/>
            <a:ln w="9525" cap="flat" cmpd="sng">
              <a:solidFill>
                <a:srgbClr val="B7B7B7"/>
              </a:solidFill>
              <a:prstDash val="solid"/>
              <a:round/>
              <a:headEnd type="none" w="sm" len="sm"/>
              <a:tailEnd type="none" w="sm" len="sm"/>
            </a:ln>
          </p:spPr>
        </p:pic>
        <p:cxnSp>
          <p:nvCxnSpPr>
            <p:cNvPr id="794" name="Google Shape;794;p119"/>
            <p:cNvCxnSpPr/>
            <p:nvPr/>
          </p:nvCxnSpPr>
          <p:spPr>
            <a:xfrm rot="10800000" flipH="1">
              <a:off x="1029850" y="1741125"/>
              <a:ext cx="91800" cy="269100"/>
            </a:xfrm>
            <a:prstGeom prst="straightConnector1">
              <a:avLst/>
            </a:prstGeom>
            <a:noFill/>
            <a:ln w="19050" cap="flat" cmpd="sng">
              <a:solidFill>
                <a:srgbClr val="B7B7B7"/>
              </a:solidFill>
              <a:prstDash val="solid"/>
              <a:round/>
              <a:headEnd type="none" w="med" len="med"/>
              <a:tailEnd type="triangle" w="med" len="med"/>
            </a:ln>
          </p:spPr>
        </p:cxnSp>
        <p:cxnSp>
          <p:nvCxnSpPr>
            <p:cNvPr id="795" name="Google Shape;795;p119"/>
            <p:cNvCxnSpPr/>
            <p:nvPr/>
          </p:nvCxnSpPr>
          <p:spPr>
            <a:xfrm rot="10800000" flipH="1">
              <a:off x="1318475" y="1539425"/>
              <a:ext cx="1698900" cy="435000"/>
            </a:xfrm>
            <a:prstGeom prst="straightConnector1">
              <a:avLst/>
            </a:prstGeom>
            <a:noFill/>
            <a:ln w="19050" cap="flat" cmpd="sng">
              <a:solidFill>
                <a:srgbClr val="B7B7B7"/>
              </a:solidFill>
              <a:prstDash val="solid"/>
              <a:round/>
              <a:headEnd type="none" w="med" len="med"/>
              <a:tailEnd type="triangle" w="med" len="med"/>
            </a:ln>
          </p:spPr>
        </p:cxnSp>
      </p:grpSp>
      <p:grpSp>
        <p:nvGrpSpPr>
          <p:cNvPr id="796" name="Google Shape;796;p119"/>
          <p:cNvGrpSpPr/>
          <p:nvPr/>
        </p:nvGrpSpPr>
        <p:grpSpPr>
          <a:xfrm>
            <a:off x="5660868" y="263850"/>
            <a:ext cx="3391282" cy="949800"/>
            <a:chOff x="5660868" y="263850"/>
            <a:chExt cx="3391282" cy="949800"/>
          </a:xfrm>
        </p:grpSpPr>
        <p:pic>
          <p:nvPicPr>
            <p:cNvPr id="797" name="Google Shape;797;p119"/>
            <p:cNvPicPr preferRelativeResize="0"/>
            <p:nvPr/>
          </p:nvPicPr>
          <p:blipFill>
            <a:blip r:embed="rId7">
              <a:alphaModFix/>
            </a:blip>
            <a:stretch>
              <a:fillRect/>
            </a:stretch>
          </p:blipFill>
          <p:spPr>
            <a:xfrm>
              <a:off x="5700225" y="390350"/>
              <a:ext cx="3351925" cy="823300"/>
            </a:xfrm>
            <a:prstGeom prst="rect">
              <a:avLst/>
            </a:prstGeom>
            <a:noFill/>
            <a:ln>
              <a:noFill/>
            </a:ln>
          </p:spPr>
        </p:pic>
        <p:pic>
          <p:nvPicPr>
            <p:cNvPr id="798" name="Google Shape;798;p119"/>
            <p:cNvPicPr preferRelativeResize="0"/>
            <p:nvPr/>
          </p:nvPicPr>
          <p:blipFill>
            <a:blip r:embed="rId8">
              <a:alphaModFix/>
            </a:blip>
            <a:stretch>
              <a:fillRect/>
            </a:stretch>
          </p:blipFill>
          <p:spPr>
            <a:xfrm>
              <a:off x="5660868" y="263850"/>
              <a:ext cx="1588600" cy="269100"/>
            </a:xfrm>
            <a:prstGeom prst="rect">
              <a:avLst/>
            </a:prstGeom>
            <a:noFill/>
            <a:ln>
              <a:noFill/>
            </a:ln>
          </p:spPr>
        </p:pic>
      </p:grpSp>
      <p:pic>
        <p:nvPicPr>
          <p:cNvPr id="799" name="Google Shape;799;p119" title="tumor_growth.gif"/>
          <p:cNvPicPr preferRelativeResize="0"/>
          <p:nvPr/>
        </p:nvPicPr>
        <p:blipFill>
          <a:blip r:embed="rId9">
            <a:alphaModFix/>
          </a:blip>
          <a:stretch>
            <a:fillRect/>
          </a:stretch>
        </p:blipFill>
        <p:spPr>
          <a:xfrm>
            <a:off x="5722250" y="3179825"/>
            <a:ext cx="3268524" cy="1838545"/>
          </a:xfrm>
          <a:prstGeom prst="rect">
            <a:avLst/>
          </a:prstGeom>
          <a:noFill/>
          <a:ln>
            <a:noFill/>
          </a:ln>
        </p:spPr>
      </p:pic>
      <p:pic>
        <p:nvPicPr>
          <p:cNvPr id="800" name="Google Shape;800;p119"/>
          <p:cNvPicPr preferRelativeResize="0"/>
          <p:nvPr/>
        </p:nvPicPr>
        <p:blipFill>
          <a:blip r:embed="rId10">
            <a:alphaModFix/>
          </a:blip>
          <a:stretch>
            <a:fillRect/>
          </a:stretch>
        </p:blipFill>
        <p:spPr>
          <a:xfrm>
            <a:off x="5823375" y="1213650"/>
            <a:ext cx="2663496" cy="1838550"/>
          </a:xfrm>
          <a:prstGeom prst="rect">
            <a:avLst/>
          </a:prstGeom>
          <a:noFill/>
          <a:ln>
            <a:noFill/>
          </a:ln>
        </p:spPr>
      </p:pic>
      <p:pic>
        <p:nvPicPr>
          <p:cNvPr id="801" name="Google Shape;801;p119"/>
          <p:cNvPicPr preferRelativeResize="0"/>
          <p:nvPr/>
        </p:nvPicPr>
        <p:blipFill>
          <a:blip r:embed="rId11">
            <a:alphaModFix/>
          </a:blip>
          <a:stretch>
            <a:fillRect/>
          </a:stretch>
        </p:blipFill>
        <p:spPr>
          <a:xfrm>
            <a:off x="5570675" y="2100643"/>
            <a:ext cx="3573324" cy="2981857"/>
          </a:xfrm>
          <a:prstGeom prst="rect">
            <a:avLst/>
          </a:prstGeom>
          <a:noFill/>
          <a:ln>
            <a:noFill/>
          </a:ln>
        </p:spPr>
      </p:pic>
      <p:sp>
        <p:nvSpPr>
          <p:cNvPr id="802" name="Google Shape;802;p119"/>
          <p:cNvSpPr txBox="1"/>
          <p:nvPr/>
        </p:nvSpPr>
        <p:spPr>
          <a:xfrm>
            <a:off x="229550" y="4856192"/>
            <a:ext cx="24033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0000FF"/>
                </a:solidFill>
                <a:uFill>
                  <a:noFill/>
                </a:uFill>
                <a:hlinkClick r:id="rId12">
                  <a:extLst>
                    <a:ext uri="{A12FA001-AC4F-418D-AE19-62706E023703}">
                      <ahyp:hlinkClr xmlns:ahyp="http://schemas.microsoft.com/office/drawing/2018/hyperlinkcolor" val="tx"/>
                    </a:ext>
                  </a:extLst>
                </a:hlinkClick>
              </a:rPr>
              <a:t>https://github.com/arvidl/brainweb_fisher_kpp</a:t>
            </a:r>
            <a:endParaRPr sz="800">
              <a:solidFill>
                <a:srgbClr val="0000FF"/>
              </a:solidFill>
            </a:endParaRPr>
          </a:p>
        </p:txBody>
      </p:sp>
      <p:sp>
        <p:nvSpPr>
          <p:cNvPr id="803" name="Google Shape;803;p119"/>
          <p:cNvSpPr txBox="1"/>
          <p:nvPr/>
        </p:nvSpPr>
        <p:spPr>
          <a:xfrm>
            <a:off x="142100" y="1604792"/>
            <a:ext cx="8943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a:t>Prompt:</a:t>
            </a:r>
            <a:endParaRPr sz="1300" b="1"/>
          </a:p>
        </p:txBody>
      </p:sp>
      <p:pic>
        <p:nvPicPr>
          <p:cNvPr id="804" name="Google Shape;804;p119"/>
          <p:cNvPicPr preferRelativeResize="0"/>
          <p:nvPr/>
        </p:nvPicPr>
        <p:blipFill>
          <a:blip r:embed="rId13">
            <a:alphaModFix/>
          </a:blip>
          <a:stretch>
            <a:fillRect/>
          </a:stretch>
        </p:blipFill>
        <p:spPr>
          <a:xfrm>
            <a:off x="3975175" y="82550"/>
            <a:ext cx="1193654" cy="307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grpSp>
        <p:nvGrpSpPr>
          <p:cNvPr id="809" name="Google Shape;809;p120"/>
          <p:cNvGrpSpPr/>
          <p:nvPr/>
        </p:nvGrpSpPr>
        <p:grpSpPr>
          <a:xfrm>
            <a:off x="4762225" y="152400"/>
            <a:ext cx="4112824" cy="4124023"/>
            <a:chOff x="4762225" y="152400"/>
            <a:chExt cx="4112824" cy="4124023"/>
          </a:xfrm>
        </p:grpSpPr>
        <p:pic>
          <p:nvPicPr>
            <p:cNvPr id="810" name="Google Shape;810;p120" title="tumor_growth.gif"/>
            <p:cNvPicPr preferRelativeResize="0"/>
            <p:nvPr/>
          </p:nvPicPr>
          <p:blipFill>
            <a:blip r:embed="rId3">
              <a:alphaModFix/>
            </a:blip>
            <a:stretch>
              <a:fillRect/>
            </a:stretch>
          </p:blipFill>
          <p:spPr>
            <a:xfrm>
              <a:off x="4806225" y="152400"/>
              <a:ext cx="3976999" cy="2237063"/>
            </a:xfrm>
            <a:prstGeom prst="rect">
              <a:avLst/>
            </a:prstGeom>
            <a:noFill/>
            <a:ln>
              <a:noFill/>
            </a:ln>
          </p:spPr>
        </p:pic>
        <p:pic>
          <p:nvPicPr>
            <p:cNvPr id="811" name="Google Shape;811;p120"/>
            <p:cNvPicPr preferRelativeResize="0"/>
            <p:nvPr/>
          </p:nvPicPr>
          <p:blipFill>
            <a:blip r:embed="rId4">
              <a:alphaModFix/>
            </a:blip>
            <a:stretch>
              <a:fillRect/>
            </a:stretch>
          </p:blipFill>
          <p:spPr>
            <a:xfrm>
              <a:off x="4762225" y="3119850"/>
              <a:ext cx="4112824" cy="1156573"/>
            </a:xfrm>
            <a:prstGeom prst="rect">
              <a:avLst/>
            </a:prstGeom>
            <a:noFill/>
            <a:ln>
              <a:noFill/>
            </a:ln>
          </p:spPr>
        </p:pic>
      </p:grpSp>
      <p:grpSp>
        <p:nvGrpSpPr>
          <p:cNvPr id="812" name="Google Shape;812;p120"/>
          <p:cNvGrpSpPr/>
          <p:nvPr/>
        </p:nvGrpSpPr>
        <p:grpSpPr>
          <a:xfrm>
            <a:off x="471250" y="76200"/>
            <a:ext cx="8403799" cy="5105950"/>
            <a:chOff x="471250" y="76200"/>
            <a:chExt cx="8403799" cy="5105950"/>
          </a:xfrm>
        </p:grpSpPr>
        <p:grpSp>
          <p:nvGrpSpPr>
            <p:cNvPr id="813" name="Google Shape;813;p120"/>
            <p:cNvGrpSpPr/>
            <p:nvPr/>
          </p:nvGrpSpPr>
          <p:grpSpPr>
            <a:xfrm>
              <a:off x="471250" y="76200"/>
              <a:ext cx="4093225" cy="5105950"/>
              <a:chOff x="471250" y="76200"/>
              <a:chExt cx="4093225" cy="5105950"/>
            </a:xfrm>
          </p:grpSpPr>
          <p:pic>
            <p:nvPicPr>
              <p:cNvPr id="814" name="Google Shape;814;p120"/>
              <p:cNvPicPr preferRelativeResize="0"/>
              <p:nvPr/>
            </p:nvPicPr>
            <p:blipFill>
              <a:blip r:embed="rId5">
                <a:alphaModFix/>
              </a:blip>
              <a:stretch>
                <a:fillRect/>
              </a:stretch>
            </p:blipFill>
            <p:spPr>
              <a:xfrm>
                <a:off x="471250" y="76200"/>
                <a:ext cx="3977000" cy="4938926"/>
              </a:xfrm>
              <a:prstGeom prst="rect">
                <a:avLst/>
              </a:prstGeom>
              <a:noFill/>
              <a:ln>
                <a:noFill/>
              </a:ln>
            </p:spPr>
          </p:pic>
          <p:sp>
            <p:nvSpPr>
              <p:cNvPr id="815" name="Google Shape;815;p120"/>
              <p:cNvSpPr txBox="1"/>
              <p:nvPr/>
            </p:nvSpPr>
            <p:spPr>
              <a:xfrm>
                <a:off x="480875" y="4905250"/>
                <a:ext cx="4083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solidFill>
                      <a:srgbClr val="0000FF"/>
                    </a:solidFill>
                    <a:uFill>
                      <a:noFill/>
                    </a:uFill>
                    <a:hlinkClick r:id="rId6">
                      <a:extLst>
                        <a:ext uri="{A12FA001-AC4F-418D-AE19-62706E023703}">
                          <ahyp:hlinkClr xmlns:ahyp="http://schemas.microsoft.com/office/drawing/2018/hyperlinkcolor" val="tx"/>
                        </a:ext>
                      </a:extLst>
                    </a:hlinkClick>
                  </a:rPr>
                  <a:t>A. Comba et al. Uncovering Spatiotemporal Heterogeneity of High-Grade Gliomas. Front Oncol 2021;11;703764</a:t>
                </a:r>
                <a:endParaRPr sz="1800">
                  <a:solidFill>
                    <a:srgbClr val="0000FF"/>
                  </a:solidFill>
                </a:endParaRPr>
              </a:p>
            </p:txBody>
          </p:sp>
        </p:grpSp>
        <p:grpSp>
          <p:nvGrpSpPr>
            <p:cNvPr id="816" name="Google Shape;816;p120"/>
            <p:cNvGrpSpPr/>
            <p:nvPr/>
          </p:nvGrpSpPr>
          <p:grpSpPr>
            <a:xfrm>
              <a:off x="4338025" y="2483525"/>
              <a:ext cx="4537024" cy="636325"/>
              <a:chOff x="4338025" y="2483525"/>
              <a:chExt cx="4537024" cy="636325"/>
            </a:xfrm>
          </p:grpSpPr>
          <p:pic>
            <p:nvPicPr>
              <p:cNvPr id="817" name="Google Shape;817;p120"/>
              <p:cNvPicPr preferRelativeResize="0"/>
              <p:nvPr/>
            </p:nvPicPr>
            <p:blipFill>
              <a:blip r:embed="rId7">
                <a:alphaModFix/>
              </a:blip>
              <a:stretch>
                <a:fillRect/>
              </a:stretch>
            </p:blipFill>
            <p:spPr>
              <a:xfrm>
                <a:off x="4762225" y="2483525"/>
                <a:ext cx="4112824" cy="636325"/>
              </a:xfrm>
              <a:prstGeom prst="rect">
                <a:avLst/>
              </a:prstGeom>
              <a:noFill/>
              <a:ln>
                <a:noFill/>
              </a:ln>
            </p:spPr>
          </p:pic>
          <p:cxnSp>
            <p:nvCxnSpPr>
              <p:cNvPr id="818" name="Google Shape;818;p120"/>
              <p:cNvCxnSpPr>
                <a:stCxn id="817" idx="1"/>
              </p:cNvCxnSpPr>
              <p:nvPr/>
            </p:nvCxnSpPr>
            <p:spPr>
              <a:xfrm rot="10800000">
                <a:off x="4338025" y="2682887"/>
                <a:ext cx="424200" cy="118800"/>
              </a:xfrm>
              <a:prstGeom prst="straightConnector1">
                <a:avLst/>
              </a:prstGeom>
              <a:noFill/>
              <a:ln w="28575" cap="flat" cmpd="sng">
                <a:solidFill>
                  <a:srgbClr val="FF0000"/>
                </a:solidFill>
                <a:prstDash val="solid"/>
                <a:round/>
                <a:headEnd type="none" w="med" len="med"/>
                <a:tailEnd type="triangle" w="med" len="med"/>
              </a:ln>
            </p:spPr>
          </p:cxnSp>
        </p:grpSp>
      </p:grpSp>
      <p:grpSp>
        <p:nvGrpSpPr>
          <p:cNvPr id="819" name="Google Shape;819;p120"/>
          <p:cNvGrpSpPr/>
          <p:nvPr/>
        </p:nvGrpSpPr>
        <p:grpSpPr>
          <a:xfrm>
            <a:off x="4173094" y="4246741"/>
            <a:ext cx="4610131" cy="831379"/>
            <a:chOff x="4173094" y="4246741"/>
            <a:chExt cx="4610131" cy="831379"/>
          </a:xfrm>
        </p:grpSpPr>
        <p:pic>
          <p:nvPicPr>
            <p:cNvPr id="820" name="Google Shape;820;p120"/>
            <p:cNvPicPr preferRelativeResize="0"/>
            <p:nvPr/>
          </p:nvPicPr>
          <p:blipFill>
            <a:blip r:embed="rId8">
              <a:alphaModFix/>
            </a:blip>
            <a:stretch>
              <a:fillRect/>
            </a:stretch>
          </p:blipFill>
          <p:spPr>
            <a:xfrm>
              <a:off x="4840950" y="4276425"/>
              <a:ext cx="3942275" cy="801695"/>
            </a:xfrm>
            <a:prstGeom prst="rect">
              <a:avLst/>
            </a:prstGeom>
            <a:noFill/>
            <a:ln>
              <a:noFill/>
            </a:ln>
          </p:spPr>
        </p:pic>
        <p:sp>
          <p:nvSpPr>
            <p:cNvPr id="821" name="Google Shape;821;p120"/>
            <p:cNvSpPr txBox="1"/>
            <p:nvPr/>
          </p:nvSpPr>
          <p:spPr>
            <a:xfrm>
              <a:off x="4173094" y="4246741"/>
              <a:ext cx="729300" cy="461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900"/>
                <a:t>Follow-up</a:t>
              </a:r>
              <a:endParaRPr sz="900"/>
            </a:p>
            <a:p>
              <a:pPr marL="0" lvl="0" indent="0" algn="r" rtl="0">
                <a:spcBef>
                  <a:spcPts val="0"/>
                </a:spcBef>
                <a:spcAft>
                  <a:spcPts val="0"/>
                </a:spcAft>
                <a:buNone/>
              </a:pPr>
              <a:r>
                <a:rPr lang="en" sz="900"/>
                <a:t>prompt:</a:t>
              </a:r>
              <a:endParaRPr sz="9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grpSp>
        <p:nvGrpSpPr>
          <p:cNvPr id="826" name="Google Shape;826;p121"/>
          <p:cNvGrpSpPr/>
          <p:nvPr/>
        </p:nvGrpSpPr>
        <p:grpSpPr>
          <a:xfrm>
            <a:off x="277775" y="347675"/>
            <a:ext cx="8831526" cy="3461476"/>
            <a:chOff x="152400" y="347675"/>
            <a:chExt cx="8831526" cy="3461476"/>
          </a:xfrm>
        </p:grpSpPr>
        <p:pic>
          <p:nvPicPr>
            <p:cNvPr id="827" name="Google Shape;827;p121"/>
            <p:cNvPicPr preferRelativeResize="0"/>
            <p:nvPr/>
          </p:nvPicPr>
          <p:blipFill>
            <a:blip r:embed="rId3">
              <a:alphaModFix/>
            </a:blip>
            <a:stretch>
              <a:fillRect/>
            </a:stretch>
          </p:blipFill>
          <p:spPr>
            <a:xfrm>
              <a:off x="152400" y="2209775"/>
              <a:ext cx="3926248" cy="649400"/>
            </a:xfrm>
            <a:prstGeom prst="rect">
              <a:avLst/>
            </a:prstGeom>
            <a:noFill/>
            <a:ln>
              <a:noFill/>
            </a:ln>
          </p:spPr>
        </p:pic>
        <p:pic>
          <p:nvPicPr>
            <p:cNvPr id="828" name="Google Shape;828;p121" title="comparison.gif"/>
            <p:cNvPicPr preferRelativeResize="0"/>
            <p:nvPr/>
          </p:nvPicPr>
          <p:blipFill>
            <a:blip r:embed="rId4">
              <a:alphaModFix/>
            </a:blip>
            <a:stretch>
              <a:fillRect/>
            </a:stretch>
          </p:blipFill>
          <p:spPr>
            <a:xfrm>
              <a:off x="4368625" y="347675"/>
              <a:ext cx="4615301" cy="3461476"/>
            </a:xfrm>
            <a:prstGeom prst="rect">
              <a:avLst/>
            </a:prstGeom>
            <a:noFill/>
            <a:ln>
              <a:noFill/>
            </a:ln>
          </p:spPr>
        </p:pic>
      </p:grpSp>
      <p:pic>
        <p:nvPicPr>
          <p:cNvPr id="829" name="Google Shape;829;p121"/>
          <p:cNvPicPr preferRelativeResize="0"/>
          <p:nvPr/>
        </p:nvPicPr>
        <p:blipFill>
          <a:blip r:embed="rId5">
            <a:alphaModFix/>
          </a:blip>
          <a:stretch>
            <a:fillRect/>
          </a:stretch>
        </p:blipFill>
        <p:spPr>
          <a:xfrm>
            <a:off x="152400" y="4594100"/>
            <a:ext cx="1789224" cy="230425"/>
          </a:xfrm>
          <a:prstGeom prst="rect">
            <a:avLst/>
          </a:prstGeom>
          <a:noFill/>
          <a:ln>
            <a:noFill/>
          </a:ln>
        </p:spPr>
      </p:pic>
      <p:sp>
        <p:nvSpPr>
          <p:cNvPr id="830" name="Google Shape;830;p121"/>
          <p:cNvSpPr txBox="1"/>
          <p:nvPr/>
        </p:nvSpPr>
        <p:spPr>
          <a:xfrm>
            <a:off x="65600" y="4824525"/>
            <a:ext cx="22827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0000FF"/>
                </a:solidFill>
                <a:uFill>
                  <a:noFill/>
                </a:uFill>
                <a:hlinkClick r:id="rId6">
                  <a:extLst>
                    <a:ext uri="{A12FA001-AC4F-418D-AE19-62706E023703}">
                      <ahyp:hlinkClr xmlns:ahyp="http://schemas.microsoft.com/office/drawing/2018/hyperlinkcolor" val="tx"/>
                    </a:ext>
                  </a:extLst>
                </a:hlinkClick>
              </a:rPr>
              <a:t>https://github.com/arvidl/brainweb_fisher_kpp</a:t>
            </a:r>
            <a:endParaRPr sz="800">
              <a:solidFill>
                <a:srgbClr val="0000FF"/>
              </a:solidFill>
            </a:endParaRPr>
          </a:p>
        </p:txBody>
      </p:sp>
      <p:grpSp>
        <p:nvGrpSpPr>
          <p:cNvPr id="831" name="Google Shape;831;p121"/>
          <p:cNvGrpSpPr/>
          <p:nvPr/>
        </p:nvGrpSpPr>
        <p:grpSpPr>
          <a:xfrm>
            <a:off x="152400" y="41775"/>
            <a:ext cx="3934201" cy="1229250"/>
            <a:chOff x="152400" y="41775"/>
            <a:chExt cx="3934201" cy="1229250"/>
          </a:xfrm>
        </p:grpSpPr>
        <p:pic>
          <p:nvPicPr>
            <p:cNvPr id="832" name="Google Shape;832;p121"/>
            <p:cNvPicPr preferRelativeResize="0"/>
            <p:nvPr/>
          </p:nvPicPr>
          <p:blipFill>
            <a:blip r:embed="rId7">
              <a:alphaModFix/>
            </a:blip>
            <a:stretch>
              <a:fillRect/>
            </a:stretch>
          </p:blipFill>
          <p:spPr>
            <a:xfrm>
              <a:off x="152400" y="296700"/>
              <a:ext cx="3934201" cy="974325"/>
            </a:xfrm>
            <a:prstGeom prst="rect">
              <a:avLst/>
            </a:prstGeom>
            <a:noFill/>
            <a:ln>
              <a:noFill/>
            </a:ln>
          </p:spPr>
        </p:pic>
        <p:sp>
          <p:nvSpPr>
            <p:cNvPr id="833" name="Google Shape;833;p121"/>
            <p:cNvSpPr txBox="1"/>
            <p:nvPr/>
          </p:nvSpPr>
          <p:spPr>
            <a:xfrm>
              <a:off x="450650" y="41775"/>
              <a:ext cx="17892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t>3D implementation</a:t>
              </a:r>
              <a:endParaRPr sz="1500"/>
            </a:p>
          </p:txBody>
        </p:sp>
      </p:grpSp>
      <p:grpSp>
        <p:nvGrpSpPr>
          <p:cNvPr id="834" name="Google Shape;834;p121"/>
          <p:cNvGrpSpPr/>
          <p:nvPr/>
        </p:nvGrpSpPr>
        <p:grpSpPr>
          <a:xfrm>
            <a:off x="106483" y="1238975"/>
            <a:ext cx="4032301" cy="893625"/>
            <a:chOff x="106483" y="1238975"/>
            <a:chExt cx="4032301" cy="893625"/>
          </a:xfrm>
        </p:grpSpPr>
        <p:pic>
          <p:nvPicPr>
            <p:cNvPr id="835" name="Google Shape;835;p121"/>
            <p:cNvPicPr preferRelativeResize="0"/>
            <p:nvPr/>
          </p:nvPicPr>
          <p:blipFill>
            <a:blip r:embed="rId8">
              <a:alphaModFix/>
            </a:blip>
            <a:stretch>
              <a:fillRect/>
            </a:stretch>
          </p:blipFill>
          <p:spPr>
            <a:xfrm>
              <a:off x="106483" y="1483200"/>
              <a:ext cx="4032301" cy="649400"/>
            </a:xfrm>
            <a:prstGeom prst="rect">
              <a:avLst/>
            </a:prstGeom>
            <a:noFill/>
            <a:ln>
              <a:noFill/>
            </a:ln>
          </p:spPr>
        </p:pic>
        <p:sp>
          <p:nvSpPr>
            <p:cNvPr id="836" name="Google Shape;836;p121"/>
            <p:cNvSpPr txBox="1"/>
            <p:nvPr/>
          </p:nvSpPr>
          <p:spPr>
            <a:xfrm>
              <a:off x="770924" y="1238975"/>
              <a:ext cx="15045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t>visualisation</a:t>
              </a:r>
              <a:endParaRPr sz="1500"/>
            </a:p>
          </p:txBody>
        </p:sp>
      </p:grpSp>
      <p:grpSp>
        <p:nvGrpSpPr>
          <p:cNvPr id="837" name="Google Shape;837;p121"/>
          <p:cNvGrpSpPr/>
          <p:nvPr/>
        </p:nvGrpSpPr>
        <p:grpSpPr>
          <a:xfrm>
            <a:off x="311275" y="76280"/>
            <a:ext cx="8708947" cy="4990925"/>
            <a:chOff x="319633" y="76280"/>
            <a:chExt cx="8708947" cy="4990925"/>
          </a:xfrm>
        </p:grpSpPr>
        <p:pic>
          <p:nvPicPr>
            <p:cNvPr id="838" name="Google Shape;838;p121"/>
            <p:cNvPicPr preferRelativeResize="0"/>
            <p:nvPr/>
          </p:nvPicPr>
          <p:blipFill>
            <a:blip r:embed="rId9">
              <a:alphaModFix/>
            </a:blip>
            <a:stretch>
              <a:fillRect/>
            </a:stretch>
          </p:blipFill>
          <p:spPr>
            <a:xfrm>
              <a:off x="319633" y="3294000"/>
              <a:ext cx="2238000" cy="441650"/>
            </a:xfrm>
            <a:prstGeom prst="rect">
              <a:avLst/>
            </a:prstGeom>
            <a:noFill/>
            <a:ln>
              <a:noFill/>
            </a:ln>
          </p:spPr>
        </p:pic>
        <p:pic>
          <p:nvPicPr>
            <p:cNvPr id="839" name="Google Shape;839;p121" title="comparison_poster.png"/>
            <p:cNvPicPr preferRelativeResize="0"/>
            <p:nvPr/>
          </p:nvPicPr>
          <p:blipFill>
            <a:blip r:embed="rId10">
              <a:alphaModFix/>
            </a:blip>
            <a:stretch>
              <a:fillRect/>
            </a:stretch>
          </p:blipFill>
          <p:spPr>
            <a:xfrm>
              <a:off x="2373980" y="76280"/>
              <a:ext cx="6654600" cy="4990925"/>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pic>
        <p:nvPicPr>
          <p:cNvPr id="844" name="Google Shape;844;p122"/>
          <p:cNvPicPr preferRelativeResize="0"/>
          <p:nvPr/>
        </p:nvPicPr>
        <p:blipFill>
          <a:blip r:embed="rId3">
            <a:alphaModFix/>
          </a:blip>
          <a:stretch>
            <a:fillRect/>
          </a:stretch>
        </p:blipFill>
        <p:spPr>
          <a:xfrm>
            <a:off x="3712700" y="651074"/>
            <a:ext cx="5350499" cy="4421224"/>
          </a:xfrm>
          <a:prstGeom prst="rect">
            <a:avLst/>
          </a:prstGeom>
          <a:noFill/>
          <a:ln>
            <a:noFill/>
          </a:ln>
        </p:spPr>
      </p:pic>
      <p:pic>
        <p:nvPicPr>
          <p:cNvPr id="845" name="Google Shape;845;p122">
            <a:hlinkClick r:id="rId4"/>
          </p:cNvPr>
          <p:cNvPicPr preferRelativeResize="0"/>
          <p:nvPr/>
        </p:nvPicPr>
        <p:blipFill>
          <a:blip r:embed="rId5">
            <a:alphaModFix/>
          </a:blip>
          <a:stretch>
            <a:fillRect/>
          </a:stretch>
        </p:blipFill>
        <p:spPr>
          <a:xfrm>
            <a:off x="8516250" y="4690650"/>
            <a:ext cx="546949" cy="381650"/>
          </a:xfrm>
          <a:prstGeom prst="rect">
            <a:avLst/>
          </a:prstGeom>
          <a:noFill/>
          <a:ln w="9525" cap="flat" cmpd="sng">
            <a:solidFill>
              <a:srgbClr val="0000FF"/>
            </a:solidFill>
            <a:prstDash val="solid"/>
            <a:round/>
            <a:headEnd type="none" w="sm" len="sm"/>
            <a:tailEnd type="none" w="sm" len="sm"/>
          </a:ln>
        </p:spPr>
      </p:pic>
      <p:sp>
        <p:nvSpPr>
          <p:cNvPr id="846" name="Google Shape;846;p122"/>
          <p:cNvSpPr txBox="1"/>
          <p:nvPr/>
        </p:nvSpPr>
        <p:spPr>
          <a:xfrm>
            <a:off x="340325" y="375213"/>
            <a:ext cx="2872200" cy="32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900">
                <a:solidFill>
                  <a:srgbClr val="0000FF"/>
                </a:solidFill>
                <a:highlight>
                  <a:srgbClr val="FFFFFF"/>
                </a:highlight>
                <a:uFill>
                  <a:noFill/>
                </a:uFill>
                <a:hlinkClick r:id="rId6">
                  <a:extLst>
                    <a:ext uri="{A12FA001-AC4F-418D-AE19-62706E023703}">
                      <ahyp:hlinkClr xmlns:ahyp="http://schemas.microsoft.com/office/drawing/2018/hyperlinkcolor" val="tx"/>
                    </a:ext>
                  </a:extLst>
                </a:hlinkClick>
              </a:rPr>
              <a:t>Nature Reviews Methods Primers</a:t>
            </a:r>
            <a:r>
              <a:rPr lang="en" sz="900" b="1">
                <a:solidFill>
                  <a:srgbClr val="222222"/>
                </a:solidFill>
                <a:highlight>
                  <a:srgbClr val="FFFFFF"/>
                </a:highlight>
              </a:rPr>
              <a:t>  2026;6:82 </a:t>
            </a:r>
            <a:endParaRPr sz="900" b="1"/>
          </a:p>
        </p:txBody>
      </p:sp>
      <p:sp>
        <p:nvSpPr>
          <p:cNvPr id="847" name="Google Shape;847;p122"/>
          <p:cNvSpPr txBox="1"/>
          <p:nvPr/>
        </p:nvSpPr>
        <p:spPr>
          <a:xfrm>
            <a:off x="1986875" y="136875"/>
            <a:ext cx="9633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highlight>
                  <a:srgbClr val="FFFFFF"/>
                </a:highlight>
              </a:rPr>
              <a:t>22 October 2026</a:t>
            </a:r>
            <a:endParaRPr sz="700"/>
          </a:p>
        </p:txBody>
      </p:sp>
      <p:sp>
        <p:nvSpPr>
          <p:cNvPr id="848" name="Google Shape;848;p122"/>
          <p:cNvSpPr txBox="1"/>
          <p:nvPr/>
        </p:nvSpPr>
        <p:spPr>
          <a:xfrm>
            <a:off x="131500" y="862925"/>
            <a:ext cx="35811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Agentic AI</a:t>
            </a:r>
            <a:r>
              <a:rPr lang="en"/>
              <a:t> aims to structure scientific decision-making into  traceable workflows, </a:t>
            </a:r>
            <a:r>
              <a:rPr lang="en" u="sng"/>
              <a:t>coordinating reasoning and actions through natural language</a:t>
            </a:r>
            <a:r>
              <a:rPr lang="en"/>
              <a:t> </a:t>
            </a:r>
            <a:r>
              <a:rPr lang="en" sz="1200"/>
              <a:t>(incl. “voice mode”)</a:t>
            </a:r>
            <a:endParaRPr sz="1200"/>
          </a:p>
        </p:txBody>
      </p:sp>
      <p:sp>
        <p:nvSpPr>
          <p:cNvPr id="849" name="Google Shape;849;p122"/>
          <p:cNvSpPr txBox="1"/>
          <p:nvPr/>
        </p:nvSpPr>
        <p:spPr>
          <a:xfrm>
            <a:off x="182082" y="2151150"/>
            <a:ext cx="3188700" cy="1554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Output from agentic systems can be classed into four groups: </a:t>
            </a:r>
            <a:endParaRPr sz="1200"/>
          </a:p>
          <a:p>
            <a:pPr marL="0" lvl="0" indent="0" algn="l" rtl="0">
              <a:spcBef>
                <a:spcPts val="0"/>
              </a:spcBef>
              <a:spcAft>
                <a:spcPts val="0"/>
              </a:spcAft>
              <a:buNone/>
            </a:pPr>
            <a:endParaRPr sz="1000"/>
          </a:p>
          <a:p>
            <a:pPr marL="457200" lvl="0" indent="-292100" algn="l" rtl="0">
              <a:lnSpc>
                <a:spcPct val="150000"/>
              </a:lnSpc>
              <a:spcBef>
                <a:spcPts val="0"/>
              </a:spcBef>
              <a:spcAft>
                <a:spcPts val="0"/>
              </a:spcAft>
              <a:buSzPts val="1000"/>
              <a:buChar char="●"/>
            </a:pPr>
            <a:r>
              <a:rPr lang="en" sz="1000" b="1"/>
              <a:t>extracted knowledge</a:t>
            </a:r>
            <a:endParaRPr sz="1000" b="1"/>
          </a:p>
          <a:p>
            <a:pPr marL="457200" lvl="0" indent="-292100" algn="l" rtl="0">
              <a:lnSpc>
                <a:spcPct val="150000"/>
              </a:lnSpc>
              <a:spcBef>
                <a:spcPts val="0"/>
              </a:spcBef>
              <a:spcAft>
                <a:spcPts val="0"/>
              </a:spcAft>
              <a:buSzPts val="1000"/>
              <a:buChar char="●"/>
            </a:pPr>
            <a:r>
              <a:rPr lang="en" sz="1000" b="1"/>
              <a:t>ranked hypotheses </a:t>
            </a:r>
            <a:endParaRPr sz="1000" b="1"/>
          </a:p>
          <a:p>
            <a:pPr marL="457200" lvl="0" indent="-292100" algn="l" rtl="0">
              <a:lnSpc>
                <a:spcPct val="150000"/>
              </a:lnSpc>
              <a:spcBef>
                <a:spcPts val="0"/>
              </a:spcBef>
              <a:spcAft>
                <a:spcPts val="0"/>
              </a:spcAft>
              <a:buSzPts val="1000"/>
              <a:buChar char="●"/>
            </a:pPr>
            <a:r>
              <a:rPr lang="en" sz="1000" b="1"/>
              <a:t>iterative refinement of candidates</a:t>
            </a:r>
            <a:endParaRPr sz="1000" b="1"/>
          </a:p>
          <a:p>
            <a:pPr marL="457200" lvl="0" indent="-292100" algn="l" rtl="0">
              <a:lnSpc>
                <a:spcPct val="150000"/>
              </a:lnSpc>
              <a:spcBef>
                <a:spcPts val="0"/>
              </a:spcBef>
              <a:spcAft>
                <a:spcPts val="0"/>
              </a:spcAft>
              <a:buSzPts val="1000"/>
              <a:buChar char="●"/>
            </a:pPr>
            <a:r>
              <a:rPr lang="en" sz="1000" b="1"/>
              <a:t>empirically validated scientific knowledge</a:t>
            </a:r>
            <a:r>
              <a:rPr lang="en" sz="1000"/>
              <a:t> </a:t>
            </a:r>
            <a:endParaRPr sz="1000"/>
          </a:p>
        </p:txBody>
      </p:sp>
      <p:pic>
        <p:nvPicPr>
          <p:cNvPr id="850" name="Google Shape;850;p122"/>
          <p:cNvPicPr preferRelativeResize="0"/>
          <p:nvPr/>
        </p:nvPicPr>
        <p:blipFill>
          <a:blip r:embed="rId7">
            <a:alphaModFix/>
          </a:blip>
          <a:stretch>
            <a:fillRect/>
          </a:stretch>
        </p:blipFill>
        <p:spPr>
          <a:xfrm>
            <a:off x="3545918" y="166789"/>
            <a:ext cx="5620474" cy="413325"/>
          </a:xfrm>
          <a:prstGeom prst="rect">
            <a:avLst/>
          </a:prstGeom>
          <a:noFill/>
          <a:ln>
            <a:noFill/>
          </a:ln>
        </p:spPr>
      </p:pic>
      <p:pic>
        <p:nvPicPr>
          <p:cNvPr id="851" name="Google Shape;851;p122"/>
          <p:cNvPicPr preferRelativeResize="0"/>
          <p:nvPr/>
        </p:nvPicPr>
        <p:blipFill>
          <a:blip r:embed="rId8">
            <a:alphaModFix/>
          </a:blip>
          <a:stretch>
            <a:fillRect/>
          </a:stretch>
        </p:blipFill>
        <p:spPr>
          <a:xfrm>
            <a:off x="131492" y="166792"/>
            <a:ext cx="1146225" cy="217050"/>
          </a:xfrm>
          <a:prstGeom prst="rect">
            <a:avLst/>
          </a:prstGeom>
          <a:noFill/>
          <a:ln>
            <a:noFill/>
          </a:ln>
        </p:spPr>
      </p:pic>
      <p:sp>
        <p:nvSpPr>
          <p:cNvPr id="852" name="Google Shape;852;p122"/>
          <p:cNvSpPr txBox="1"/>
          <p:nvPr/>
        </p:nvSpPr>
        <p:spPr>
          <a:xfrm>
            <a:off x="212525" y="3947275"/>
            <a:ext cx="30000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dk1"/>
                </a:solidFill>
              </a:rPr>
              <a:t>Agentic systems can </a:t>
            </a:r>
            <a:r>
              <a:rPr lang="en" sz="1000" u="sng">
                <a:solidFill>
                  <a:schemeClr val="dk1"/>
                </a:solidFill>
              </a:rPr>
              <a:t>generate different outputs</a:t>
            </a:r>
            <a:r>
              <a:rPr lang="en" sz="1000">
                <a:solidFill>
                  <a:schemeClr val="dk1"/>
                </a:solidFill>
              </a:rPr>
              <a:t> even when the same prompt is used. </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u="sng">
                <a:solidFill>
                  <a:schemeClr val="dk1"/>
                </a:solidFill>
              </a:rPr>
              <a:t>Reproducibility reporting</a:t>
            </a:r>
            <a:r>
              <a:rPr lang="en" sz="1000">
                <a:solidFill>
                  <a:schemeClr val="dk1"/>
                </a:solidFill>
              </a:rPr>
              <a:t> must distinguish between technical and independent replicates to reveal any divergence in output.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4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4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49">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49">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123"/>
          <p:cNvSpPr/>
          <p:nvPr/>
        </p:nvSpPr>
        <p:spPr>
          <a:xfrm>
            <a:off x="3047538" y="2217608"/>
            <a:ext cx="3046800" cy="708300"/>
          </a:xfrm>
          <a:prstGeom prst="roundRect">
            <a:avLst>
              <a:gd name="adj" fmla="val 16667"/>
            </a:avLst>
          </a:prstGeom>
          <a:solidFill>
            <a:srgbClr val="FFFF00"/>
          </a:solidFill>
          <a:ln w="9525"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 sz="1400" b="0" i="0" u="none" strike="noStrike" cap="none">
                <a:solidFill>
                  <a:srgbClr val="000000"/>
                </a:solidFill>
                <a:latin typeface="Calibri"/>
                <a:ea typeface="Calibri"/>
                <a:cs typeface="Calibri"/>
                <a:sym typeface="Calibri"/>
              </a:rPr>
              <a:t>KI-akselerert forskning</a:t>
            </a:r>
            <a:endParaRPr sz="1100"/>
          </a:p>
        </p:txBody>
      </p:sp>
      <p:sp>
        <p:nvSpPr>
          <p:cNvPr id="858" name="Google Shape;858;p123"/>
          <p:cNvSpPr/>
          <p:nvPr/>
        </p:nvSpPr>
        <p:spPr>
          <a:xfrm>
            <a:off x="718656" y="316525"/>
            <a:ext cx="7638000" cy="3712800"/>
          </a:xfrm>
          <a:prstGeom prst="rightArrow">
            <a:avLst>
              <a:gd name="adj1" fmla="val 50000"/>
              <a:gd name="adj2" fmla="val 50000"/>
            </a:avLst>
          </a:prstGeom>
          <a:solidFill>
            <a:srgbClr val="D0DACC"/>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nvGrpSpPr>
          <p:cNvPr id="859" name="Google Shape;859;p123"/>
          <p:cNvGrpSpPr/>
          <p:nvPr/>
        </p:nvGrpSpPr>
        <p:grpSpPr>
          <a:xfrm>
            <a:off x="49100" y="1430426"/>
            <a:ext cx="868800" cy="1485300"/>
            <a:chOff x="49100" y="1430426"/>
            <a:chExt cx="868800" cy="1485300"/>
          </a:xfrm>
        </p:grpSpPr>
        <p:sp>
          <p:nvSpPr>
            <p:cNvPr id="860" name="Google Shape;860;p123"/>
            <p:cNvSpPr/>
            <p:nvPr/>
          </p:nvSpPr>
          <p:spPr>
            <a:xfrm>
              <a:off x="49100" y="1430426"/>
              <a:ext cx="868800" cy="1485300"/>
            </a:xfrm>
            <a:prstGeom prst="roundRect">
              <a:avLst>
                <a:gd name="adj" fmla="val 16667"/>
              </a:avLst>
            </a:prstGeom>
            <a:solidFill>
              <a:srgbClr val="548B2C"/>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61" name="Google Shape;861;p123"/>
            <p:cNvSpPr txBox="1"/>
            <p:nvPr/>
          </p:nvSpPr>
          <p:spPr>
            <a:xfrm>
              <a:off x="91509" y="1470475"/>
              <a:ext cx="783900" cy="1405200"/>
            </a:xfrm>
            <a:prstGeom prst="rect">
              <a:avLst/>
            </a:prstGeom>
            <a:noFill/>
            <a:ln>
              <a:noFill/>
            </a:ln>
          </p:spPr>
          <p:txBody>
            <a:bodyPr spcFirstLastPara="1" wrap="square" lIns="34275" tIns="34275" rIns="34275" bIns="34275" anchor="t" anchorCtr="0">
              <a:noAutofit/>
            </a:bodyPr>
            <a:lstStyle/>
            <a:p>
              <a:pPr marL="0" marR="0" lvl="0" indent="0" algn="l" rtl="0">
                <a:lnSpc>
                  <a:spcPct val="90000"/>
                </a:lnSpc>
                <a:spcBef>
                  <a:spcPts val="0"/>
                </a:spcBef>
                <a:spcAft>
                  <a:spcPts val="0"/>
                </a:spcAft>
                <a:buClr>
                  <a:srgbClr val="FFFFFF"/>
                </a:buClr>
                <a:buSzPts val="900"/>
                <a:buFont typeface="Arial"/>
                <a:buNone/>
              </a:pPr>
              <a:r>
                <a:rPr lang="en" sz="900" b="1">
                  <a:solidFill>
                    <a:srgbClr val="FFFFFF"/>
                  </a:solidFill>
                  <a:latin typeface="Arial"/>
                  <a:ea typeface="Arial"/>
                  <a:cs typeface="Arial"/>
                  <a:sym typeface="Arial"/>
                </a:rPr>
                <a:t>Id</a:t>
              </a:r>
              <a:r>
                <a:rPr lang="en" sz="900" b="1">
                  <a:solidFill>
                    <a:srgbClr val="FFFFFF"/>
                  </a:solidFill>
                </a:rPr>
                <a:t>ea</a:t>
              </a:r>
              <a:br>
                <a:rPr lang="en" sz="900">
                  <a:solidFill>
                    <a:srgbClr val="FFFFFF"/>
                  </a:solidFill>
                  <a:latin typeface="Arial"/>
                  <a:ea typeface="Arial"/>
                  <a:cs typeface="Arial"/>
                  <a:sym typeface="Arial"/>
                </a:rPr>
              </a:br>
              <a:endParaRPr sz="900">
                <a:solidFill>
                  <a:srgbClr val="FFFFFF"/>
                </a:solidFill>
                <a:latin typeface="Arial"/>
                <a:ea typeface="Arial"/>
                <a:cs typeface="Arial"/>
                <a:sym typeface="Arial"/>
              </a:endParaRPr>
            </a:p>
            <a:p>
              <a:pPr marL="38100" marR="0" lvl="1" indent="-50800" algn="l" rtl="0">
                <a:lnSpc>
                  <a:spcPct val="90000"/>
                </a:lnSpc>
                <a:spcBef>
                  <a:spcPts val="300"/>
                </a:spcBef>
                <a:spcAft>
                  <a:spcPts val="0"/>
                </a:spcAft>
                <a:buClr>
                  <a:srgbClr val="FFFFFF"/>
                </a:buClr>
                <a:buSzPts val="800"/>
                <a:buFont typeface="Arial"/>
                <a:buChar char="•"/>
              </a:pPr>
              <a:r>
                <a:rPr lang="en" sz="800">
                  <a:solidFill>
                    <a:srgbClr val="FFFFFF"/>
                  </a:solidFill>
                </a:rPr>
                <a:t> Initial concept       or question</a:t>
              </a:r>
              <a:endParaRPr sz="800" b="0" i="0" u="none" strike="noStrike" cap="none">
                <a:solidFill>
                  <a:srgbClr val="FFFFFF"/>
                </a:solidFill>
                <a:latin typeface="Arial"/>
                <a:ea typeface="Arial"/>
                <a:cs typeface="Arial"/>
                <a:sym typeface="Arial"/>
              </a:endParaRPr>
            </a:p>
          </p:txBody>
        </p:sp>
      </p:grpSp>
      <p:grpSp>
        <p:nvGrpSpPr>
          <p:cNvPr id="862" name="Google Shape;862;p123"/>
          <p:cNvGrpSpPr/>
          <p:nvPr/>
        </p:nvGrpSpPr>
        <p:grpSpPr>
          <a:xfrm>
            <a:off x="1062647" y="1430426"/>
            <a:ext cx="868800" cy="1485300"/>
            <a:chOff x="1062647" y="1430426"/>
            <a:chExt cx="868800" cy="1485300"/>
          </a:xfrm>
        </p:grpSpPr>
        <p:sp>
          <p:nvSpPr>
            <p:cNvPr id="863" name="Google Shape;863;p123"/>
            <p:cNvSpPr/>
            <p:nvPr/>
          </p:nvSpPr>
          <p:spPr>
            <a:xfrm>
              <a:off x="1062647" y="1430426"/>
              <a:ext cx="868800" cy="1485300"/>
            </a:xfrm>
            <a:prstGeom prst="roundRect">
              <a:avLst>
                <a:gd name="adj" fmla="val 16667"/>
              </a:avLst>
            </a:prstGeom>
            <a:solidFill>
              <a:srgbClr val="009688"/>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64" name="Google Shape;864;p123"/>
            <p:cNvSpPr txBox="1"/>
            <p:nvPr/>
          </p:nvSpPr>
          <p:spPr>
            <a:xfrm>
              <a:off x="1105057" y="1470475"/>
              <a:ext cx="783900" cy="1405200"/>
            </a:xfrm>
            <a:prstGeom prst="rect">
              <a:avLst/>
            </a:prstGeom>
            <a:noFill/>
            <a:ln>
              <a:noFill/>
            </a:ln>
          </p:spPr>
          <p:txBody>
            <a:bodyPr spcFirstLastPara="1" wrap="square" lIns="34275" tIns="34275" rIns="34275" bIns="34275" anchor="t" anchorCtr="0">
              <a:noAutofit/>
            </a:bodyPr>
            <a:lstStyle/>
            <a:p>
              <a:pPr marL="0" marR="0" lvl="0" indent="0" algn="l" rtl="0">
                <a:lnSpc>
                  <a:spcPct val="90000"/>
                </a:lnSpc>
                <a:spcBef>
                  <a:spcPts val="0"/>
                </a:spcBef>
                <a:spcAft>
                  <a:spcPts val="0"/>
                </a:spcAft>
                <a:buClr>
                  <a:srgbClr val="FFFFFF"/>
                </a:buClr>
                <a:buSzPts val="900"/>
                <a:buFont typeface="Arial"/>
                <a:buNone/>
              </a:pPr>
              <a:r>
                <a:rPr lang="en" sz="900" b="1">
                  <a:solidFill>
                    <a:srgbClr val="FFFFFF"/>
                  </a:solidFill>
                </a:rPr>
                <a:t>Literature Review</a:t>
              </a:r>
              <a:br>
                <a:rPr lang="en" sz="900">
                  <a:solidFill>
                    <a:srgbClr val="FFFFFF"/>
                  </a:solidFill>
                  <a:latin typeface="Arial"/>
                  <a:ea typeface="Arial"/>
                  <a:cs typeface="Arial"/>
                  <a:sym typeface="Arial"/>
                </a:rPr>
              </a:br>
              <a:endParaRPr sz="900">
                <a:solidFill>
                  <a:srgbClr val="FFFFFF"/>
                </a:solidFill>
                <a:latin typeface="Arial"/>
                <a:ea typeface="Arial"/>
                <a:cs typeface="Arial"/>
                <a:sym typeface="Arial"/>
              </a:endParaRPr>
            </a:p>
            <a:p>
              <a:pPr marL="38100" marR="0" lvl="1" indent="-50800" algn="l" rtl="0">
                <a:lnSpc>
                  <a:spcPct val="90000"/>
                </a:lnSpc>
                <a:spcBef>
                  <a:spcPts val="300"/>
                </a:spcBef>
                <a:spcAft>
                  <a:spcPts val="0"/>
                </a:spcAft>
                <a:buClr>
                  <a:srgbClr val="FFFFFF"/>
                </a:buClr>
                <a:buSzPts val="800"/>
                <a:buFont typeface="Arial"/>
                <a:buChar char="•"/>
              </a:pPr>
              <a:r>
                <a:rPr lang="en" sz="800">
                  <a:solidFill>
                    <a:srgbClr val="FFFFFF"/>
                  </a:solidFill>
                </a:rPr>
                <a:t> </a:t>
              </a:r>
              <a:r>
                <a:rPr lang="en" sz="800" b="0" i="0" u="none" strike="noStrike" cap="none">
                  <a:solidFill>
                    <a:srgbClr val="FFFFFF"/>
                  </a:solidFill>
                  <a:latin typeface="Arial"/>
                  <a:ea typeface="Arial"/>
                  <a:cs typeface="Arial"/>
                  <a:sym typeface="Arial"/>
                </a:rPr>
                <a:t>E</a:t>
              </a:r>
              <a:r>
                <a:rPr lang="en" sz="800">
                  <a:solidFill>
                    <a:srgbClr val="FFFFFF"/>
                  </a:solidFill>
                </a:rPr>
                <a:t>xisting research, knowledge gaps</a:t>
              </a:r>
              <a:endParaRPr sz="800" b="0" i="0" u="none" strike="noStrike" cap="none">
                <a:solidFill>
                  <a:srgbClr val="FFFFFF"/>
                </a:solidFill>
                <a:latin typeface="Arial"/>
                <a:ea typeface="Arial"/>
                <a:cs typeface="Arial"/>
                <a:sym typeface="Arial"/>
              </a:endParaRPr>
            </a:p>
          </p:txBody>
        </p:sp>
      </p:grpSp>
      <p:grpSp>
        <p:nvGrpSpPr>
          <p:cNvPr id="865" name="Google Shape;865;p123"/>
          <p:cNvGrpSpPr/>
          <p:nvPr/>
        </p:nvGrpSpPr>
        <p:grpSpPr>
          <a:xfrm>
            <a:off x="2076196" y="1430426"/>
            <a:ext cx="868800" cy="1485300"/>
            <a:chOff x="2076196" y="1430426"/>
            <a:chExt cx="868800" cy="1485300"/>
          </a:xfrm>
        </p:grpSpPr>
        <p:sp>
          <p:nvSpPr>
            <p:cNvPr id="866" name="Google Shape;866;p123"/>
            <p:cNvSpPr/>
            <p:nvPr/>
          </p:nvSpPr>
          <p:spPr>
            <a:xfrm>
              <a:off x="2076196" y="1430426"/>
              <a:ext cx="868800" cy="1485300"/>
            </a:xfrm>
            <a:prstGeom prst="roundRect">
              <a:avLst>
                <a:gd name="adj" fmla="val 16667"/>
              </a:avLst>
            </a:prstGeom>
            <a:solidFill>
              <a:srgbClr val="019BE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67" name="Google Shape;867;p123"/>
            <p:cNvSpPr txBox="1"/>
            <p:nvPr/>
          </p:nvSpPr>
          <p:spPr>
            <a:xfrm>
              <a:off x="2118605" y="1470475"/>
              <a:ext cx="783900" cy="1405200"/>
            </a:xfrm>
            <a:prstGeom prst="rect">
              <a:avLst/>
            </a:prstGeom>
            <a:noFill/>
            <a:ln>
              <a:noFill/>
            </a:ln>
          </p:spPr>
          <p:txBody>
            <a:bodyPr spcFirstLastPara="1" wrap="square" lIns="34275" tIns="34275" rIns="34275" bIns="34275" anchor="t" anchorCtr="0">
              <a:noAutofit/>
            </a:bodyPr>
            <a:lstStyle/>
            <a:p>
              <a:pPr marL="0" marR="0" lvl="0" indent="0" algn="l" rtl="0">
                <a:lnSpc>
                  <a:spcPct val="90000"/>
                </a:lnSpc>
                <a:spcBef>
                  <a:spcPts val="0"/>
                </a:spcBef>
                <a:spcAft>
                  <a:spcPts val="0"/>
                </a:spcAft>
                <a:buClr>
                  <a:srgbClr val="FFFFFF"/>
                </a:buClr>
                <a:buSzPts val="900"/>
                <a:buFont typeface="Arial"/>
                <a:buNone/>
              </a:pPr>
              <a:r>
                <a:rPr lang="en" sz="900" b="1">
                  <a:solidFill>
                    <a:srgbClr val="FFFFFF"/>
                  </a:solidFill>
                </a:rPr>
                <a:t>Research Questions</a:t>
              </a:r>
              <a:br>
                <a:rPr lang="en" sz="900">
                  <a:solidFill>
                    <a:srgbClr val="FFFFFF"/>
                  </a:solidFill>
                  <a:latin typeface="Arial"/>
                  <a:ea typeface="Arial"/>
                  <a:cs typeface="Arial"/>
                  <a:sym typeface="Arial"/>
                </a:rPr>
              </a:br>
              <a:endParaRPr sz="900">
                <a:solidFill>
                  <a:srgbClr val="FFFFFF"/>
                </a:solidFill>
                <a:latin typeface="Arial"/>
                <a:ea typeface="Arial"/>
                <a:cs typeface="Arial"/>
                <a:sym typeface="Arial"/>
              </a:endParaRPr>
            </a:p>
            <a:p>
              <a:pPr marL="38100" marR="0" lvl="1" indent="-50800" algn="l" rtl="0">
                <a:lnSpc>
                  <a:spcPct val="90000"/>
                </a:lnSpc>
                <a:spcBef>
                  <a:spcPts val="300"/>
                </a:spcBef>
                <a:spcAft>
                  <a:spcPts val="0"/>
                </a:spcAft>
                <a:buClr>
                  <a:srgbClr val="FFFFFF"/>
                </a:buClr>
                <a:buSzPts val="800"/>
                <a:buFont typeface="Arial"/>
                <a:buChar char="•"/>
              </a:pPr>
              <a:r>
                <a:rPr lang="en" sz="800">
                  <a:solidFill>
                    <a:srgbClr val="FFFFFF"/>
                  </a:solidFill>
                </a:rPr>
                <a:t> </a:t>
              </a:r>
              <a:r>
                <a:rPr lang="en" sz="800" b="0" i="0" u="none" strike="noStrike" cap="none">
                  <a:solidFill>
                    <a:srgbClr val="FFFFFF"/>
                  </a:solidFill>
                  <a:latin typeface="Arial"/>
                  <a:ea typeface="Arial"/>
                  <a:cs typeface="Arial"/>
                  <a:sym typeface="Arial"/>
                </a:rPr>
                <a:t>P</a:t>
              </a:r>
              <a:r>
                <a:rPr lang="en" sz="800">
                  <a:solidFill>
                    <a:srgbClr val="FFFFFF"/>
                  </a:solidFill>
                </a:rPr>
                <a:t>recisely testable hypothesis or question</a:t>
              </a:r>
              <a:endParaRPr sz="800" b="0" i="0" u="none" strike="noStrike" cap="none">
                <a:solidFill>
                  <a:srgbClr val="FFFFFF"/>
                </a:solidFill>
                <a:latin typeface="Arial"/>
                <a:ea typeface="Arial"/>
                <a:cs typeface="Arial"/>
                <a:sym typeface="Arial"/>
              </a:endParaRPr>
            </a:p>
          </p:txBody>
        </p:sp>
      </p:grpSp>
      <p:grpSp>
        <p:nvGrpSpPr>
          <p:cNvPr id="868" name="Google Shape;868;p123"/>
          <p:cNvGrpSpPr/>
          <p:nvPr/>
        </p:nvGrpSpPr>
        <p:grpSpPr>
          <a:xfrm>
            <a:off x="3089744" y="1430426"/>
            <a:ext cx="868800" cy="1485300"/>
            <a:chOff x="3089744" y="1430426"/>
            <a:chExt cx="868800" cy="1485300"/>
          </a:xfrm>
        </p:grpSpPr>
        <p:sp>
          <p:nvSpPr>
            <p:cNvPr id="869" name="Google Shape;869;p123"/>
            <p:cNvSpPr/>
            <p:nvPr/>
          </p:nvSpPr>
          <p:spPr>
            <a:xfrm>
              <a:off x="3089744" y="1430426"/>
              <a:ext cx="868800" cy="1485300"/>
            </a:xfrm>
            <a:prstGeom prst="roundRect">
              <a:avLst>
                <a:gd name="adj" fmla="val 16667"/>
              </a:avLst>
            </a:prstGeom>
            <a:solidFill>
              <a:srgbClr val="8BC248"/>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70" name="Google Shape;870;p123"/>
            <p:cNvSpPr txBox="1"/>
            <p:nvPr/>
          </p:nvSpPr>
          <p:spPr>
            <a:xfrm>
              <a:off x="3132153" y="1470475"/>
              <a:ext cx="783900" cy="1405200"/>
            </a:xfrm>
            <a:prstGeom prst="rect">
              <a:avLst/>
            </a:prstGeom>
            <a:noFill/>
            <a:ln>
              <a:noFill/>
            </a:ln>
          </p:spPr>
          <p:txBody>
            <a:bodyPr spcFirstLastPara="1" wrap="square" lIns="34275" tIns="34275" rIns="34275" bIns="34275" anchor="t" anchorCtr="0">
              <a:noAutofit/>
            </a:bodyPr>
            <a:lstStyle/>
            <a:p>
              <a:pPr marL="0" marR="0" lvl="0" indent="0" algn="l" rtl="0">
                <a:lnSpc>
                  <a:spcPct val="90000"/>
                </a:lnSpc>
                <a:spcBef>
                  <a:spcPts val="0"/>
                </a:spcBef>
                <a:spcAft>
                  <a:spcPts val="0"/>
                </a:spcAft>
                <a:buClr>
                  <a:srgbClr val="004065"/>
                </a:buClr>
                <a:buSzPts val="900"/>
                <a:buFont typeface="Arial"/>
                <a:buNone/>
              </a:pPr>
              <a:r>
                <a:rPr lang="en" sz="900" b="1">
                  <a:solidFill>
                    <a:srgbClr val="004065"/>
                  </a:solidFill>
                </a:rPr>
                <a:t>Study Design</a:t>
              </a:r>
              <a:endParaRPr sz="900" b="1">
                <a:solidFill>
                  <a:srgbClr val="004065"/>
                </a:solidFill>
                <a:latin typeface="Arial"/>
                <a:ea typeface="Arial"/>
                <a:cs typeface="Arial"/>
                <a:sym typeface="Arial"/>
              </a:endParaRPr>
            </a:p>
            <a:p>
              <a:pPr marL="0" marR="0" lvl="0" indent="0" algn="l" rtl="0">
                <a:lnSpc>
                  <a:spcPct val="90000"/>
                </a:lnSpc>
                <a:spcBef>
                  <a:spcPts val="300"/>
                </a:spcBef>
                <a:spcAft>
                  <a:spcPts val="0"/>
                </a:spcAft>
                <a:buClr>
                  <a:schemeClr val="dk1"/>
                </a:buClr>
                <a:buSzPts val="900"/>
                <a:buFont typeface="Calibri"/>
                <a:buNone/>
              </a:pPr>
              <a:endParaRPr sz="900">
                <a:solidFill>
                  <a:srgbClr val="004065"/>
                </a:solidFill>
                <a:latin typeface="Arial"/>
                <a:ea typeface="Arial"/>
                <a:cs typeface="Arial"/>
                <a:sym typeface="Arial"/>
              </a:endParaRPr>
            </a:p>
            <a:p>
              <a:pPr marL="38100" marR="0" lvl="1" indent="-50800" algn="l" rtl="0">
                <a:lnSpc>
                  <a:spcPct val="90000"/>
                </a:lnSpc>
                <a:spcBef>
                  <a:spcPts val="300"/>
                </a:spcBef>
                <a:spcAft>
                  <a:spcPts val="0"/>
                </a:spcAft>
                <a:buClr>
                  <a:srgbClr val="004065"/>
                </a:buClr>
                <a:buSzPts val="800"/>
                <a:buFont typeface="Arial"/>
                <a:buChar char="•"/>
              </a:pPr>
              <a:r>
                <a:rPr lang="en" sz="800">
                  <a:solidFill>
                    <a:srgbClr val="004065"/>
                  </a:solidFill>
                </a:rPr>
                <a:t> Methodology, participants, variables</a:t>
              </a:r>
              <a:endParaRPr sz="800" b="0" i="0" u="none" strike="noStrike" cap="none">
                <a:solidFill>
                  <a:srgbClr val="004065"/>
                </a:solidFill>
                <a:latin typeface="Arial"/>
                <a:ea typeface="Arial"/>
                <a:cs typeface="Arial"/>
                <a:sym typeface="Arial"/>
              </a:endParaRPr>
            </a:p>
          </p:txBody>
        </p:sp>
      </p:grpSp>
      <p:grpSp>
        <p:nvGrpSpPr>
          <p:cNvPr id="871" name="Google Shape;871;p123"/>
          <p:cNvGrpSpPr/>
          <p:nvPr/>
        </p:nvGrpSpPr>
        <p:grpSpPr>
          <a:xfrm>
            <a:off x="4103292" y="1430426"/>
            <a:ext cx="868800" cy="1485300"/>
            <a:chOff x="4103292" y="1430426"/>
            <a:chExt cx="868800" cy="1485300"/>
          </a:xfrm>
        </p:grpSpPr>
        <p:sp>
          <p:nvSpPr>
            <p:cNvPr id="872" name="Google Shape;872;p123"/>
            <p:cNvSpPr/>
            <p:nvPr/>
          </p:nvSpPr>
          <p:spPr>
            <a:xfrm>
              <a:off x="4103292" y="1430426"/>
              <a:ext cx="868800" cy="1485300"/>
            </a:xfrm>
            <a:prstGeom prst="roundRect">
              <a:avLst>
                <a:gd name="adj" fmla="val 16667"/>
              </a:avLst>
            </a:prstGeom>
            <a:solidFill>
              <a:srgbClr val="FFEB37"/>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73" name="Google Shape;873;p123"/>
            <p:cNvSpPr txBox="1"/>
            <p:nvPr/>
          </p:nvSpPr>
          <p:spPr>
            <a:xfrm>
              <a:off x="4145702" y="1470475"/>
              <a:ext cx="783900" cy="1405200"/>
            </a:xfrm>
            <a:prstGeom prst="rect">
              <a:avLst/>
            </a:prstGeom>
            <a:noFill/>
            <a:ln>
              <a:noFill/>
            </a:ln>
          </p:spPr>
          <p:txBody>
            <a:bodyPr spcFirstLastPara="1" wrap="square" lIns="34275" tIns="34275" rIns="34275" bIns="34275" anchor="t" anchorCtr="0">
              <a:noAutofit/>
            </a:bodyPr>
            <a:lstStyle/>
            <a:p>
              <a:pPr marL="0" marR="0" lvl="0" indent="0" algn="l" rtl="0">
                <a:lnSpc>
                  <a:spcPct val="90000"/>
                </a:lnSpc>
                <a:spcBef>
                  <a:spcPts val="0"/>
                </a:spcBef>
                <a:spcAft>
                  <a:spcPts val="0"/>
                </a:spcAft>
                <a:buClr>
                  <a:srgbClr val="004065"/>
                </a:buClr>
                <a:buSzPts val="900"/>
                <a:buFont typeface="Arial"/>
                <a:buNone/>
              </a:pPr>
              <a:r>
                <a:rPr lang="en" sz="900" b="1">
                  <a:solidFill>
                    <a:srgbClr val="004065"/>
                  </a:solidFill>
                </a:rPr>
                <a:t>Applications</a:t>
              </a:r>
              <a:br>
                <a:rPr lang="en" sz="900">
                  <a:solidFill>
                    <a:srgbClr val="004065"/>
                  </a:solidFill>
                  <a:latin typeface="Arial"/>
                  <a:ea typeface="Arial"/>
                  <a:cs typeface="Arial"/>
                  <a:sym typeface="Arial"/>
                </a:rPr>
              </a:br>
              <a:endParaRPr sz="900">
                <a:solidFill>
                  <a:srgbClr val="004065"/>
                </a:solidFill>
                <a:latin typeface="Arial"/>
                <a:ea typeface="Arial"/>
                <a:cs typeface="Arial"/>
                <a:sym typeface="Arial"/>
              </a:endParaRPr>
            </a:p>
            <a:p>
              <a:pPr marL="38100" marR="0" lvl="1" indent="-50800" algn="l" rtl="0">
                <a:lnSpc>
                  <a:spcPct val="90000"/>
                </a:lnSpc>
                <a:spcBef>
                  <a:spcPts val="300"/>
                </a:spcBef>
                <a:spcAft>
                  <a:spcPts val="0"/>
                </a:spcAft>
                <a:buClr>
                  <a:srgbClr val="004065"/>
                </a:buClr>
                <a:buSzPts val="800"/>
                <a:buFont typeface="Arial"/>
                <a:buChar char="•"/>
              </a:pPr>
              <a:r>
                <a:rPr lang="en" sz="800">
                  <a:solidFill>
                    <a:srgbClr val="004065"/>
                  </a:solidFill>
                </a:rPr>
                <a:t> </a:t>
              </a:r>
              <a:r>
                <a:rPr lang="en" sz="800" b="0" i="0" u="none" strike="noStrike" cap="none">
                  <a:solidFill>
                    <a:srgbClr val="004065"/>
                  </a:solidFill>
                  <a:latin typeface="Arial"/>
                  <a:ea typeface="Arial"/>
                  <a:cs typeface="Arial"/>
                  <a:sym typeface="Arial"/>
                </a:rPr>
                <a:t>E</a:t>
              </a:r>
              <a:r>
                <a:rPr lang="en" sz="800">
                  <a:solidFill>
                    <a:srgbClr val="004065"/>
                  </a:solidFill>
                </a:rPr>
                <a:t>thics approval</a:t>
              </a:r>
              <a:endParaRPr sz="800">
                <a:solidFill>
                  <a:srgbClr val="004065"/>
                </a:solidFill>
              </a:endParaRPr>
            </a:p>
            <a:p>
              <a:pPr marL="914400" marR="0" lvl="0" indent="0" algn="l" rtl="0">
                <a:lnSpc>
                  <a:spcPct val="90000"/>
                </a:lnSpc>
                <a:spcBef>
                  <a:spcPts val="300"/>
                </a:spcBef>
                <a:spcAft>
                  <a:spcPts val="0"/>
                </a:spcAft>
                <a:buNone/>
              </a:pPr>
              <a:endParaRPr sz="800">
                <a:solidFill>
                  <a:srgbClr val="004065"/>
                </a:solidFill>
              </a:endParaRPr>
            </a:p>
            <a:p>
              <a:pPr marL="38100" marR="0" lvl="1" indent="-50800" algn="l" rtl="0">
                <a:lnSpc>
                  <a:spcPct val="90000"/>
                </a:lnSpc>
                <a:spcBef>
                  <a:spcPts val="100"/>
                </a:spcBef>
                <a:spcAft>
                  <a:spcPts val="0"/>
                </a:spcAft>
                <a:buClr>
                  <a:srgbClr val="004065"/>
                </a:buClr>
                <a:buSzPts val="800"/>
                <a:buFont typeface="Arial"/>
                <a:buChar char="•"/>
              </a:pPr>
              <a:r>
                <a:rPr lang="en" sz="800">
                  <a:solidFill>
                    <a:srgbClr val="004065"/>
                  </a:solidFill>
                </a:rPr>
                <a:t> </a:t>
              </a:r>
              <a:r>
                <a:rPr lang="en" sz="800" b="0" i="0" u="none" strike="noStrike" cap="none">
                  <a:solidFill>
                    <a:srgbClr val="004065"/>
                  </a:solidFill>
                  <a:latin typeface="Arial"/>
                  <a:ea typeface="Arial"/>
                  <a:cs typeface="Arial"/>
                  <a:sym typeface="Arial"/>
                </a:rPr>
                <a:t>Finan</a:t>
              </a:r>
              <a:r>
                <a:rPr lang="en" sz="800">
                  <a:solidFill>
                    <a:srgbClr val="004065"/>
                  </a:solidFill>
                </a:rPr>
                <a:t>cing</a:t>
              </a:r>
              <a:endParaRPr sz="800" b="0" i="0" u="none" strike="noStrike" cap="none">
                <a:solidFill>
                  <a:srgbClr val="004065"/>
                </a:solidFill>
                <a:latin typeface="Arial"/>
                <a:ea typeface="Arial"/>
                <a:cs typeface="Arial"/>
                <a:sym typeface="Arial"/>
              </a:endParaRPr>
            </a:p>
          </p:txBody>
        </p:sp>
      </p:grpSp>
      <p:grpSp>
        <p:nvGrpSpPr>
          <p:cNvPr id="874" name="Google Shape;874;p123"/>
          <p:cNvGrpSpPr/>
          <p:nvPr/>
        </p:nvGrpSpPr>
        <p:grpSpPr>
          <a:xfrm>
            <a:off x="5116840" y="1430426"/>
            <a:ext cx="868800" cy="1485300"/>
            <a:chOff x="5116840" y="1430426"/>
            <a:chExt cx="868800" cy="1485300"/>
          </a:xfrm>
        </p:grpSpPr>
        <p:sp>
          <p:nvSpPr>
            <p:cNvPr id="875" name="Google Shape;875;p123"/>
            <p:cNvSpPr/>
            <p:nvPr/>
          </p:nvSpPr>
          <p:spPr>
            <a:xfrm>
              <a:off x="5116840" y="1430426"/>
              <a:ext cx="868800" cy="1485300"/>
            </a:xfrm>
            <a:prstGeom prst="roundRect">
              <a:avLst>
                <a:gd name="adj" fmla="val 16667"/>
              </a:avLst>
            </a:prstGeom>
            <a:solidFill>
              <a:srgbClr val="548B2C"/>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76" name="Google Shape;876;p123"/>
            <p:cNvSpPr txBox="1"/>
            <p:nvPr/>
          </p:nvSpPr>
          <p:spPr>
            <a:xfrm>
              <a:off x="5159250" y="1470475"/>
              <a:ext cx="783900" cy="1405200"/>
            </a:xfrm>
            <a:prstGeom prst="rect">
              <a:avLst/>
            </a:prstGeom>
            <a:noFill/>
            <a:ln>
              <a:noFill/>
            </a:ln>
          </p:spPr>
          <p:txBody>
            <a:bodyPr spcFirstLastPara="1" wrap="square" lIns="34275" tIns="34275" rIns="34275" bIns="34275" anchor="t" anchorCtr="0">
              <a:noAutofit/>
            </a:bodyPr>
            <a:lstStyle/>
            <a:p>
              <a:pPr marL="0" marR="0" lvl="0" indent="0" algn="l" rtl="0">
                <a:lnSpc>
                  <a:spcPct val="90000"/>
                </a:lnSpc>
                <a:spcBef>
                  <a:spcPts val="0"/>
                </a:spcBef>
                <a:spcAft>
                  <a:spcPts val="0"/>
                </a:spcAft>
                <a:buClr>
                  <a:srgbClr val="FFFFFF"/>
                </a:buClr>
                <a:buSzPts val="900"/>
                <a:buFont typeface="Arial"/>
                <a:buNone/>
              </a:pPr>
              <a:r>
                <a:rPr lang="en" sz="900" b="1">
                  <a:solidFill>
                    <a:srgbClr val="FFFFFF"/>
                  </a:solidFill>
                </a:rPr>
                <a:t>Implementa-</a:t>
              </a:r>
              <a:endParaRPr sz="900" b="1">
                <a:solidFill>
                  <a:srgbClr val="FFFFFF"/>
                </a:solidFill>
              </a:endParaRPr>
            </a:p>
            <a:p>
              <a:pPr marL="0" marR="0" lvl="0" indent="0" algn="l" rtl="0">
                <a:lnSpc>
                  <a:spcPct val="90000"/>
                </a:lnSpc>
                <a:spcBef>
                  <a:spcPts val="0"/>
                </a:spcBef>
                <a:spcAft>
                  <a:spcPts val="0"/>
                </a:spcAft>
                <a:buClr>
                  <a:srgbClr val="FFFFFF"/>
                </a:buClr>
                <a:buSzPts val="900"/>
                <a:buFont typeface="Arial"/>
                <a:buNone/>
              </a:pPr>
              <a:r>
                <a:rPr lang="en" sz="900" b="1">
                  <a:solidFill>
                    <a:srgbClr val="FFFFFF"/>
                  </a:solidFill>
                </a:rPr>
                <a:t>tion</a:t>
              </a:r>
              <a:br>
                <a:rPr lang="en" sz="900">
                  <a:solidFill>
                    <a:srgbClr val="FFFFFF"/>
                  </a:solidFill>
                  <a:latin typeface="Arial"/>
                  <a:ea typeface="Arial"/>
                  <a:cs typeface="Arial"/>
                  <a:sym typeface="Arial"/>
                </a:rPr>
              </a:br>
              <a:endParaRPr sz="900">
                <a:solidFill>
                  <a:srgbClr val="FFFFFF"/>
                </a:solidFill>
                <a:latin typeface="Arial"/>
                <a:ea typeface="Arial"/>
                <a:cs typeface="Arial"/>
                <a:sym typeface="Arial"/>
              </a:endParaRPr>
            </a:p>
            <a:p>
              <a:pPr marL="38100" marR="0" lvl="1" indent="-50800" algn="l" rtl="0">
                <a:lnSpc>
                  <a:spcPct val="90000"/>
                </a:lnSpc>
                <a:spcBef>
                  <a:spcPts val="300"/>
                </a:spcBef>
                <a:spcAft>
                  <a:spcPts val="0"/>
                </a:spcAft>
                <a:buClr>
                  <a:srgbClr val="FFFFFF"/>
                </a:buClr>
                <a:buSzPts val="800"/>
                <a:buFont typeface="Arial"/>
                <a:buChar char="•"/>
              </a:pPr>
              <a:r>
                <a:rPr lang="en" sz="800">
                  <a:solidFill>
                    <a:srgbClr val="FFFFFF"/>
                  </a:solidFill>
                </a:rPr>
                <a:t> Execution, collection of data</a:t>
              </a:r>
              <a:endParaRPr sz="1100"/>
            </a:p>
          </p:txBody>
        </p:sp>
      </p:grpSp>
      <p:grpSp>
        <p:nvGrpSpPr>
          <p:cNvPr id="877" name="Google Shape;877;p123"/>
          <p:cNvGrpSpPr/>
          <p:nvPr/>
        </p:nvGrpSpPr>
        <p:grpSpPr>
          <a:xfrm>
            <a:off x="6130389" y="1430426"/>
            <a:ext cx="868800" cy="1485300"/>
            <a:chOff x="6130389" y="1430426"/>
            <a:chExt cx="868800" cy="1485300"/>
          </a:xfrm>
        </p:grpSpPr>
        <p:sp>
          <p:nvSpPr>
            <p:cNvPr id="878" name="Google Shape;878;p123"/>
            <p:cNvSpPr/>
            <p:nvPr/>
          </p:nvSpPr>
          <p:spPr>
            <a:xfrm>
              <a:off x="6130389" y="1430426"/>
              <a:ext cx="868800" cy="1485300"/>
            </a:xfrm>
            <a:prstGeom prst="roundRect">
              <a:avLst>
                <a:gd name="adj" fmla="val 16667"/>
              </a:avLst>
            </a:prstGeom>
            <a:solidFill>
              <a:srgbClr val="009688"/>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79" name="Google Shape;879;p123"/>
            <p:cNvSpPr txBox="1"/>
            <p:nvPr/>
          </p:nvSpPr>
          <p:spPr>
            <a:xfrm>
              <a:off x="6172798" y="1470475"/>
              <a:ext cx="783900" cy="1405200"/>
            </a:xfrm>
            <a:prstGeom prst="rect">
              <a:avLst/>
            </a:prstGeom>
            <a:noFill/>
            <a:ln>
              <a:noFill/>
            </a:ln>
          </p:spPr>
          <p:txBody>
            <a:bodyPr spcFirstLastPara="1" wrap="square" lIns="34275" tIns="34275" rIns="34275" bIns="34275" anchor="t" anchorCtr="0">
              <a:noAutofit/>
            </a:bodyPr>
            <a:lstStyle/>
            <a:p>
              <a:pPr marL="0" marR="0" lvl="0" indent="0" algn="l" rtl="0">
                <a:lnSpc>
                  <a:spcPct val="90000"/>
                </a:lnSpc>
                <a:spcBef>
                  <a:spcPts val="0"/>
                </a:spcBef>
                <a:spcAft>
                  <a:spcPts val="0"/>
                </a:spcAft>
                <a:buClr>
                  <a:srgbClr val="FFFFFF"/>
                </a:buClr>
                <a:buSzPts val="900"/>
                <a:buFont typeface="Arial"/>
                <a:buNone/>
              </a:pPr>
              <a:r>
                <a:rPr lang="en" sz="900" b="1">
                  <a:solidFill>
                    <a:srgbClr val="FFFFFF"/>
                  </a:solidFill>
                </a:rPr>
                <a:t>Data Analysis</a:t>
              </a:r>
              <a:br>
                <a:rPr lang="en" sz="900">
                  <a:solidFill>
                    <a:srgbClr val="FFFFFF"/>
                  </a:solidFill>
                  <a:latin typeface="Arial"/>
                  <a:ea typeface="Arial"/>
                  <a:cs typeface="Arial"/>
                  <a:sym typeface="Arial"/>
                </a:rPr>
              </a:br>
              <a:endParaRPr sz="900">
                <a:solidFill>
                  <a:srgbClr val="FFFFFF"/>
                </a:solidFill>
                <a:latin typeface="Arial"/>
                <a:ea typeface="Arial"/>
                <a:cs typeface="Arial"/>
                <a:sym typeface="Arial"/>
              </a:endParaRPr>
            </a:p>
            <a:p>
              <a:pPr marL="38100" marR="0" lvl="1" indent="-50800" algn="l" rtl="0">
                <a:lnSpc>
                  <a:spcPct val="90000"/>
                </a:lnSpc>
                <a:spcBef>
                  <a:spcPts val="300"/>
                </a:spcBef>
                <a:spcAft>
                  <a:spcPts val="0"/>
                </a:spcAft>
                <a:buClr>
                  <a:srgbClr val="FFFFFF"/>
                </a:buClr>
                <a:buSzPts val="800"/>
                <a:buFont typeface="Arial"/>
                <a:buChar char="•"/>
              </a:pPr>
              <a:r>
                <a:rPr lang="en" sz="800">
                  <a:solidFill>
                    <a:srgbClr val="FFFFFF"/>
                  </a:solidFill>
                </a:rPr>
                <a:t> Processing, analysis, statistics, interpretation</a:t>
              </a:r>
              <a:endParaRPr sz="800" b="0" i="0" u="none" strike="noStrike" cap="none">
                <a:solidFill>
                  <a:srgbClr val="FFFFFF"/>
                </a:solidFill>
                <a:latin typeface="Arial"/>
                <a:ea typeface="Arial"/>
                <a:cs typeface="Arial"/>
                <a:sym typeface="Arial"/>
              </a:endParaRPr>
            </a:p>
          </p:txBody>
        </p:sp>
      </p:grpSp>
      <p:grpSp>
        <p:nvGrpSpPr>
          <p:cNvPr id="880" name="Google Shape;880;p123"/>
          <p:cNvGrpSpPr/>
          <p:nvPr/>
        </p:nvGrpSpPr>
        <p:grpSpPr>
          <a:xfrm>
            <a:off x="7143937" y="1430426"/>
            <a:ext cx="868800" cy="1485300"/>
            <a:chOff x="7143937" y="1430426"/>
            <a:chExt cx="868800" cy="1485300"/>
          </a:xfrm>
        </p:grpSpPr>
        <p:sp>
          <p:nvSpPr>
            <p:cNvPr id="881" name="Google Shape;881;p123"/>
            <p:cNvSpPr/>
            <p:nvPr/>
          </p:nvSpPr>
          <p:spPr>
            <a:xfrm>
              <a:off x="7143937" y="1430426"/>
              <a:ext cx="868800" cy="1485300"/>
            </a:xfrm>
            <a:prstGeom prst="roundRect">
              <a:avLst>
                <a:gd name="adj" fmla="val 16667"/>
              </a:avLst>
            </a:prstGeom>
            <a:solidFill>
              <a:srgbClr val="019BE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82" name="Google Shape;882;p123"/>
            <p:cNvSpPr txBox="1"/>
            <p:nvPr/>
          </p:nvSpPr>
          <p:spPr>
            <a:xfrm>
              <a:off x="7186350" y="1470475"/>
              <a:ext cx="783900" cy="1405200"/>
            </a:xfrm>
            <a:prstGeom prst="rect">
              <a:avLst/>
            </a:prstGeom>
            <a:noFill/>
            <a:ln>
              <a:noFill/>
            </a:ln>
          </p:spPr>
          <p:txBody>
            <a:bodyPr spcFirstLastPara="1" wrap="square" lIns="34275" tIns="34275" rIns="34275" bIns="34275" anchor="t" anchorCtr="0">
              <a:noAutofit/>
            </a:bodyPr>
            <a:lstStyle/>
            <a:p>
              <a:pPr marL="0" marR="0" lvl="0" indent="0" algn="l" rtl="0">
                <a:lnSpc>
                  <a:spcPct val="90000"/>
                </a:lnSpc>
                <a:spcBef>
                  <a:spcPts val="0"/>
                </a:spcBef>
                <a:spcAft>
                  <a:spcPts val="0"/>
                </a:spcAft>
                <a:buClr>
                  <a:srgbClr val="FFFFFF"/>
                </a:buClr>
                <a:buSzPts val="900"/>
                <a:buFont typeface="Arial"/>
                <a:buNone/>
              </a:pPr>
              <a:r>
                <a:rPr lang="en" sz="900" b="1">
                  <a:solidFill>
                    <a:srgbClr val="FFFFFF"/>
                  </a:solidFill>
                </a:rPr>
                <a:t>Reporting</a:t>
              </a:r>
              <a:br>
                <a:rPr lang="en" sz="900">
                  <a:solidFill>
                    <a:srgbClr val="FFFFFF"/>
                  </a:solidFill>
                  <a:latin typeface="Arial"/>
                  <a:ea typeface="Arial"/>
                  <a:cs typeface="Arial"/>
                  <a:sym typeface="Arial"/>
                </a:rPr>
              </a:br>
              <a:endParaRPr sz="900">
                <a:solidFill>
                  <a:srgbClr val="FFFFFF"/>
                </a:solidFill>
                <a:latin typeface="Arial"/>
                <a:ea typeface="Arial"/>
                <a:cs typeface="Arial"/>
                <a:sym typeface="Arial"/>
              </a:endParaRPr>
            </a:p>
            <a:p>
              <a:pPr marL="38100" marR="0" lvl="1" indent="-50800" algn="l" rtl="0">
                <a:lnSpc>
                  <a:spcPct val="90000"/>
                </a:lnSpc>
                <a:spcBef>
                  <a:spcPts val="300"/>
                </a:spcBef>
                <a:spcAft>
                  <a:spcPts val="0"/>
                </a:spcAft>
                <a:buClr>
                  <a:srgbClr val="FFFFFF"/>
                </a:buClr>
                <a:buSzPts val="800"/>
                <a:buFont typeface="Arial"/>
                <a:buChar char="•"/>
              </a:pPr>
              <a:r>
                <a:rPr lang="en" sz="800">
                  <a:solidFill>
                    <a:srgbClr val="FFFFFF"/>
                  </a:solidFill>
                </a:rPr>
                <a:t> Publishing, peer reviews</a:t>
              </a:r>
              <a:endParaRPr sz="800">
                <a:solidFill>
                  <a:srgbClr val="FFFFFF"/>
                </a:solidFill>
              </a:endParaRPr>
            </a:p>
            <a:p>
              <a:pPr marL="914400" marR="0" lvl="0" indent="0" algn="l" rtl="0">
                <a:lnSpc>
                  <a:spcPct val="90000"/>
                </a:lnSpc>
                <a:spcBef>
                  <a:spcPts val="300"/>
                </a:spcBef>
                <a:spcAft>
                  <a:spcPts val="0"/>
                </a:spcAft>
                <a:buNone/>
              </a:pPr>
              <a:endParaRPr sz="800">
                <a:solidFill>
                  <a:srgbClr val="FFFFFF"/>
                </a:solidFill>
              </a:endParaRPr>
            </a:p>
            <a:p>
              <a:pPr marL="38100" marR="0" lvl="1" indent="-50800" algn="l" rtl="0">
                <a:lnSpc>
                  <a:spcPct val="90000"/>
                </a:lnSpc>
                <a:spcBef>
                  <a:spcPts val="100"/>
                </a:spcBef>
                <a:spcAft>
                  <a:spcPts val="0"/>
                </a:spcAft>
                <a:buClr>
                  <a:srgbClr val="FFFFFF"/>
                </a:buClr>
                <a:buSzPts val="800"/>
                <a:buFont typeface="Arial"/>
                <a:buChar char="•"/>
              </a:pPr>
              <a:r>
                <a:rPr lang="en" sz="800">
                  <a:solidFill>
                    <a:srgbClr val="FFFFFF"/>
                  </a:solidFill>
                </a:rPr>
                <a:t> Dissemination</a:t>
              </a:r>
              <a:endParaRPr sz="800" b="0" i="0" u="none" strike="noStrike" cap="none">
                <a:solidFill>
                  <a:srgbClr val="FFFFFF"/>
                </a:solidFill>
                <a:latin typeface="Arial"/>
                <a:ea typeface="Arial"/>
                <a:cs typeface="Arial"/>
                <a:sym typeface="Arial"/>
              </a:endParaRPr>
            </a:p>
          </p:txBody>
        </p:sp>
      </p:grpSp>
      <p:grpSp>
        <p:nvGrpSpPr>
          <p:cNvPr id="883" name="Google Shape;883;p123"/>
          <p:cNvGrpSpPr/>
          <p:nvPr/>
        </p:nvGrpSpPr>
        <p:grpSpPr>
          <a:xfrm>
            <a:off x="8157485" y="1430426"/>
            <a:ext cx="868800" cy="1485300"/>
            <a:chOff x="8157485" y="1430426"/>
            <a:chExt cx="868800" cy="1485300"/>
          </a:xfrm>
        </p:grpSpPr>
        <p:sp>
          <p:nvSpPr>
            <p:cNvPr id="884" name="Google Shape;884;p123"/>
            <p:cNvSpPr/>
            <p:nvPr/>
          </p:nvSpPr>
          <p:spPr>
            <a:xfrm>
              <a:off x="8157485" y="1430426"/>
              <a:ext cx="868800" cy="1485300"/>
            </a:xfrm>
            <a:prstGeom prst="roundRect">
              <a:avLst>
                <a:gd name="adj" fmla="val 16667"/>
              </a:avLst>
            </a:prstGeom>
            <a:solidFill>
              <a:srgbClr val="8BC248"/>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85" name="Google Shape;885;p123"/>
            <p:cNvSpPr txBox="1"/>
            <p:nvPr/>
          </p:nvSpPr>
          <p:spPr>
            <a:xfrm>
              <a:off x="8199894" y="1470475"/>
              <a:ext cx="783900" cy="1405200"/>
            </a:xfrm>
            <a:prstGeom prst="rect">
              <a:avLst/>
            </a:prstGeom>
            <a:noFill/>
            <a:ln>
              <a:noFill/>
            </a:ln>
          </p:spPr>
          <p:txBody>
            <a:bodyPr spcFirstLastPara="1" wrap="square" lIns="34275" tIns="34275" rIns="34275" bIns="34275" anchor="t" anchorCtr="0">
              <a:noAutofit/>
            </a:bodyPr>
            <a:lstStyle/>
            <a:p>
              <a:pPr marL="0" marR="0" lvl="0" indent="0" algn="l" rtl="0">
                <a:lnSpc>
                  <a:spcPct val="90000"/>
                </a:lnSpc>
                <a:spcBef>
                  <a:spcPts val="0"/>
                </a:spcBef>
                <a:spcAft>
                  <a:spcPts val="0"/>
                </a:spcAft>
                <a:buClr>
                  <a:srgbClr val="004065"/>
                </a:buClr>
                <a:buSzPts val="900"/>
                <a:buFont typeface="Arial"/>
                <a:buNone/>
              </a:pPr>
              <a:r>
                <a:rPr lang="en" sz="900" b="1">
                  <a:solidFill>
                    <a:srgbClr val="004065"/>
                  </a:solidFill>
                </a:rPr>
                <a:t>Further Studies</a:t>
              </a:r>
              <a:br>
                <a:rPr lang="en" sz="900">
                  <a:solidFill>
                    <a:srgbClr val="004065"/>
                  </a:solidFill>
                  <a:latin typeface="Arial"/>
                  <a:ea typeface="Arial"/>
                  <a:cs typeface="Arial"/>
                  <a:sym typeface="Arial"/>
                </a:rPr>
              </a:br>
              <a:endParaRPr sz="900">
                <a:solidFill>
                  <a:srgbClr val="004065"/>
                </a:solidFill>
                <a:latin typeface="Arial"/>
                <a:ea typeface="Arial"/>
                <a:cs typeface="Arial"/>
                <a:sym typeface="Arial"/>
              </a:endParaRPr>
            </a:p>
            <a:p>
              <a:pPr marL="38100" marR="0" lvl="1" indent="-50800" algn="l" rtl="0">
                <a:lnSpc>
                  <a:spcPct val="90000"/>
                </a:lnSpc>
                <a:spcBef>
                  <a:spcPts val="300"/>
                </a:spcBef>
                <a:spcAft>
                  <a:spcPts val="0"/>
                </a:spcAft>
                <a:buClr>
                  <a:srgbClr val="004065"/>
                </a:buClr>
                <a:buSzPts val="800"/>
                <a:buFont typeface="Arial"/>
                <a:buChar char="•"/>
              </a:pPr>
              <a:r>
                <a:rPr lang="en" sz="800">
                  <a:solidFill>
                    <a:srgbClr val="004065"/>
                  </a:solidFill>
                </a:rPr>
                <a:t> </a:t>
              </a:r>
              <a:r>
                <a:rPr lang="en" sz="800" b="0" i="0" u="none" strike="noStrike" cap="none">
                  <a:solidFill>
                    <a:srgbClr val="004065"/>
                  </a:solidFill>
                  <a:latin typeface="Arial"/>
                  <a:ea typeface="Arial"/>
                  <a:cs typeface="Arial"/>
                  <a:sym typeface="Arial"/>
                </a:rPr>
                <a:t>N</a:t>
              </a:r>
              <a:r>
                <a:rPr lang="en" sz="800">
                  <a:solidFill>
                    <a:srgbClr val="004065"/>
                  </a:solidFill>
                </a:rPr>
                <a:t>ew studies and collaboration</a:t>
              </a:r>
              <a:endParaRPr sz="800">
                <a:solidFill>
                  <a:srgbClr val="004065"/>
                </a:solidFill>
              </a:endParaRPr>
            </a:p>
            <a:p>
              <a:pPr marL="914400" marR="0" lvl="0" indent="0" algn="l" rtl="0">
                <a:lnSpc>
                  <a:spcPct val="90000"/>
                </a:lnSpc>
                <a:spcBef>
                  <a:spcPts val="300"/>
                </a:spcBef>
                <a:spcAft>
                  <a:spcPts val="0"/>
                </a:spcAft>
                <a:buNone/>
              </a:pPr>
              <a:endParaRPr sz="800">
                <a:solidFill>
                  <a:srgbClr val="004065"/>
                </a:solidFill>
              </a:endParaRPr>
            </a:p>
            <a:p>
              <a:pPr marL="38100" marR="0" lvl="1" indent="-50800" algn="l" rtl="0">
                <a:lnSpc>
                  <a:spcPct val="90000"/>
                </a:lnSpc>
                <a:spcBef>
                  <a:spcPts val="100"/>
                </a:spcBef>
                <a:spcAft>
                  <a:spcPts val="0"/>
                </a:spcAft>
                <a:buClr>
                  <a:srgbClr val="004065"/>
                </a:buClr>
                <a:buSzPts val="800"/>
                <a:buFont typeface="Arial"/>
                <a:buChar char="•"/>
              </a:pPr>
              <a:r>
                <a:rPr lang="en" sz="800">
                  <a:solidFill>
                    <a:srgbClr val="004065"/>
                  </a:solidFill>
                </a:rPr>
                <a:t> Research-</a:t>
              </a:r>
              <a:endParaRPr sz="800">
                <a:solidFill>
                  <a:srgbClr val="004065"/>
                </a:solidFill>
              </a:endParaRPr>
            </a:p>
            <a:p>
              <a:pPr marL="0" marR="0" lvl="0" indent="0" algn="l" rtl="0">
                <a:lnSpc>
                  <a:spcPct val="90000"/>
                </a:lnSpc>
                <a:spcBef>
                  <a:spcPts val="100"/>
                </a:spcBef>
                <a:spcAft>
                  <a:spcPts val="0"/>
                </a:spcAft>
                <a:buNone/>
              </a:pPr>
              <a:r>
                <a:rPr lang="en" sz="800">
                  <a:solidFill>
                    <a:srgbClr val="004065"/>
                  </a:solidFill>
                </a:rPr>
                <a:t>based teaching</a:t>
              </a:r>
              <a:endParaRPr sz="800" b="0" i="0" u="none" strike="noStrike" cap="none">
                <a:solidFill>
                  <a:srgbClr val="004065"/>
                </a:solidFill>
                <a:latin typeface="Arial"/>
                <a:ea typeface="Arial"/>
                <a:cs typeface="Arial"/>
                <a:sym typeface="Arial"/>
              </a:endParaRPr>
            </a:p>
          </p:txBody>
        </p:sp>
      </p:grpSp>
      <p:sp>
        <p:nvSpPr>
          <p:cNvPr id="886" name="Google Shape;886;p123"/>
          <p:cNvSpPr txBox="1"/>
          <p:nvPr/>
        </p:nvSpPr>
        <p:spPr>
          <a:xfrm>
            <a:off x="2081917" y="173825"/>
            <a:ext cx="3218700" cy="939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100">
                <a:solidFill>
                  <a:schemeClr val="dk1"/>
                </a:solidFill>
              </a:rPr>
              <a:t>The Research Workflow</a:t>
            </a:r>
            <a:endParaRPr sz="2100">
              <a:solidFill>
                <a:schemeClr val="dk1"/>
              </a:solidFill>
            </a:endParaRPr>
          </a:p>
          <a:p>
            <a:pPr marL="0" lvl="0" indent="0" algn="ctr" rtl="0">
              <a:spcBef>
                <a:spcPts val="0"/>
              </a:spcBef>
              <a:spcAft>
                <a:spcPts val="0"/>
              </a:spcAft>
              <a:buNone/>
            </a:pPr>
            <a:endParaRPr sz="1000">
              <a:solidFill>
                <a:schemeClr val="dk1"/>
              </a:solidFill>
            </a:endParaRPr>
          </a:p>
          <a:p>
            <a:pPr marL="0" lvl="0" indent="0" algn="ctr" rtl="0">
              <a:spcBef>
                <a:spcPts val="0"/>
              </a:spcBef>
              <a:spcAft>
                <a:spcPts val="0"/>
              </a:spcAft>
              <a:buNone/>
            </a:pPr>
            <a:r>
              <a:rPr lang="en" sz="1800">
                <a:solidFill>
                  <a:schemeClr val="dk1"/>
                </a:solidFill>
              </a:rPr>
              <a:t>(from idea to reporting)</a:t>
            </a:r>
            <a:endParaRPr sz="1800">
              <a:solidFill>
                <a:schemeClr val="dk1"/>
              </a:solidFill>
            </a:endParaRPr>
          </a:p>
        </p:txBody>
      </p:sp>
      <p:grpSp>
        <p:nvGrpSpPr>
          <p:cNvPr id="887" name="Google Shape;887;p123"/>
          <p:cNvGrpSpPr/>
          <p:nvPr/>
        </p:nvGrpSpPr>
        <p:grpSpPr>
          <a:xfrm>
            <a:off x="483350" y="2875750"/>
            <a:ext cx="8108400" cy="2055600"/>
            <a:chOff x="483350" y="2875750"/>
            <a:chExt cx="8108400" cy="2055600"/>
          </a:xfrm>
        </p:grpSpPr>
        <p:sp>
          <p:nvSpPr>
            <p:cNvPr id="888" name="Google Shape;888;p123"/>
            <p:cNvSpPr txBox="1"/>
            <p:nvPr/>
          </p:nvSpPr>
          <p:spPr>
            <a:xfrm>
              <a:off x="1702550" y="4423450"/>
              <a:ext cx="48174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a:solidFill>
                    <a:schemeClr val="dk1"/>
                  </a:solidFill>
                  <a:latin typeface="Calibri"/>
                  <a:ea typeface="Calibri"/>
                  <a:cs typeface="Calibri"/>
                  <a:sym typeface="Calibri"/>
                </a:rPr>
                <a:t>AI support / AI collaborator / AI agents</a:t>
              </a:r>
              <a:endParaRPr sz="2100">
                <a:solidFill>
                  <a:schemeClr val="dk1"/>
                </a:solidFill>
                <a:latin typeface="Calibri"/>
                <a:ea typeface="Calibri"/>
                <a:cs typeface="Calibri"/>
                <a:sym typeface="Calibri"/>
              </a:endParaRPr>
            </a:p>
          </p:txBody>
        </p:sp>
        <p:cxnSp>
          <p:nvCxnSpPr>
            <p:cNvPr id="889" name="Google Shape;889;p123"/>
            <p:cNvCxnSpPr>
              <a:stCxn id="888" idx="0"/>
              <a:endCxn id="861" idx="2"/>
            </p:cNvCxnSpPr>
            <p:nvPr/>
          </p:nvCxnSpPr>
          <p:spPr>
            <a:xfrm rot="10800000">
              <a:off x="483350" y="2875750"/>
              <a:ext cx="3627900" cy="1547700"/>
            </a:xfrm>
            <a:prstGeom prst="straightConnector1">
              <a:avLst/>
            </a:prstGeom>
            <a:noFill/>
            <a:ln w="9525" cap="flat" cmpd="sng">
              <a:solidFill>
                <a:schemeClr val="dk2"/>
              </a:solidFill>
              <a:prstDash val="solid"/>
              <a:round/>
              <a:headEnd type="none" w="med" len="med"/>
              <a:tailEnd type="triangle" w="med" len="med"/>
            </a:ln>
          </p:spPr>
        </p:cxnSp>
        <p:cxnSp>
          <p:nvCxnSpPr>
            <p:cNvPr id="890" name="Google Shape;890;p123"/>
            <p:cNvCxnSpPr>
              <a:stCxn id="888" idx="0"/>
              <a:endCxn id="864" idx="2"/>
            </p:cNvCxnSpPr>
            <p:nvPr/>
          </p:nvCxnSpPr>
          <p:spPr>
            <a:xfrm rot="10800000">
              <a:off x="1497050" y="2875750"/>
              <a:ext cx="2614200" cy="1547700"/>
            </a:xfrm>
            <a:prstGeom prst="straightConnector1">
              <a:avLst/>
            </a:prstGeom>
            <a:noFill/>
            <a:ln w="9525" cap="flat" cmpd="sng">
              <a:solidFill>
                <a:schemeClr val="dk2"/>
              </a:solidFill>
              <a:prstDash val="solid"/>
              <a:round/>
              <a:headEnd type="none" w="med" len="med"/>
              <a:tailEnd type="triangle" w="med" len="med"/>
            </a:ln>
          </p:spPr>
        </p:cxnSp>
        <p:cxnSp>
          <p:nvCxnSpPr>
            <p:cNvPr id="891" name="Google Shape;891;p123"/>
            <p:cNvCxnSpPr>
              <a:stCxn id="888" idx="0"/>
              <a:endCxn id="867" idx="2"/>
            </p:cNvCxnSpPr>
            <p:nvPr/>
          </p:nvCxnSpPr>
          <p:spPr>
            <a:xfrm rot="10800000">
              <a:off x="2510450" y="2875750"/>
              <a:ext cx="1600800" cy="1547700"/>
            </a:xfrm>
            <a:prstGeom prst="straightConnector1">
              <a:avLst/>
            </a:prstGeom>
            <a:noFill/>
            <a:ln w="9525" cap="flat" cmpd="sng">
              <a:solidFill>
                <a:schemeClr val="dk2"/>
              </a:solidFill>
              <a:prstDash val="solid"/>
              <a:round/>
              <a:headEnd type="none" w="med" len="med"/>
              <a:tailEnd type="triangle" w="med" len="med"/>
            </a:ln>
          </p:spPr>
        </p:cxnSp>
        <p:cxnSp>
          <p:nvCxnSpPr>
            <p:cNvPr id="892" name="Google Shape;892;p123"/>
            <p:cNvCxnSpPr>
              <a:stCxn id="888" idx="0"/>
              <a:endCxn id="870" idx="2"/>
            </p:cNvCxnSpPr>
            <p:nvPr/>
          </p:nvCxnSpPr>
          <p:spPr>
            <a:xfrm rot="10800000">
              <a:off x="3524150" y="2875750"/>
              <a:ext cx="587100" cy="1547700"/>
            </a:xfrm>
            <a:prstGeom prst="straightConnector1">
              <a:avLst/>
            </a:prstGeom>
            <a:noFill/>
            <a:ln w="9525" cap="flat" cmpd="sng">
              <a:solidFill>
                <a:schemeClr val="dk2"/>
              </a:solidFill>
              <a:prstDash val="solid"/>
              <a:round/>
              <a:headEnd type="none" w="med" len="med"/>
              <a:tailEnd type="triangle" w="med" len="med"/>
            </a:ln>
          </p:spPr>
        </p:cxnSp>
        <p:cxnSp>
          <p:nvCxnSpPr>
            <p:cNvPr id="893" name="Google Shape;893;p123"/>
            <p:cNvCxnSpPr>
              <a:stCxn id="888" idx="0"/>
              <a:endCxn id="873" idx="2"/>
            </p:cNvCxnSpPr>
            <p:nvPr/>
          </p:nvCxnSpPr>
          <p:spPr>
            <a:xfrm rot="10800000" flipH="1">
              <a:off x="4111250" y="2875750"/>
              <a:ext cx="426300" cy="1547700"/>
            </a:xfrm>
            <a:prstGeom prst="straightConnector1">
              <a:avLst/>
            </a:prstGeom>
            <a:noFill/>
            <a:ln w="9525" cap="flat" cmpd="sng">
              <a:solidFill>
                <a:schemeClr val="dk2"/>
              </a:solidFill>
              <a:prstDash val="solid"/>
              <a:round/>
              <a:headEnd type="none" w="med" len="med"/>
              <a:tailEnd type="triangle" w="med" len="med"/>
            </a:ln>
          </p:spPr>
        </p:cxnSp>
        <p:cxnSp>
          <p:nvCxnSpPr>
            <p:cNvPr id="894" name="Google Shape;894;p123"/>
            <p:cNvCxnSpPr>
              <a:stCxn id="888" idx="0"/>
              <a:endCxn id="876" idx="2"/>
            </p:cNvCxnSpPr>
            <p:nvPr/>
          </p:nvCxnSpPr>
          <p:spPr>
            <a:xfrm rot="10800000" flipH="1">
              <a:off x="4111250" y="2875750"/>
              <a:ext cx="1440000" cy="1547700"/>
            </a:xfrm>
            <a:prstGeom prst="straightConnector1">
              <a:avLst/>
            </a:prstGeom>
            <a:noFill/>
            <a:ln w="9525" cap="flat" cmpd="sng">
              <a:solidFill>
                <a:schemeClr val="dk2"/>
              </a:solidFill>
              <a:prstDash val="solid"/>
              <a:round/>
              <a:headEnd type="none" w="med" len="med"/>
              <a:tailEnd type="triangle" w="med" len="med"/>
            </a:ln>
          </p:spPr>
        </p:cxnSp>
        <p:cxnSp>
          <p:nvCxnSpPr>
            <p:cNvPr id="895" name="Google Shape;895;p123"/>
            <p:cNvCxnSpPr>
              <a:stCxn id="888" idx="0"/>
              <a:endCxn id="879" idx="2"/>
            </p:cNvCxnSpPr>
            <p:nvPr/>
          </p:nvCxnSpPr>
          <p:spPr>
            <a:xfrm rot="10800000" flipH="1">
              <a:off x="4111250" y="2875750"/>
              <a:ext cx="2453400" cy="1547700"/>
            </a:xfrm>
            <a:prstGeom prst="straightConnector1">
              <a:avLst/>
            </a:prstGeom>
            <a:noFill/>
            <a:ln w="9525" cap="flat" cmpd="sng">
              <a:solidFill>
                <a:schemeClr val="dk2"/>
              </a:solidFill>
              <a:prstDash val="solid"/>
              <a:round/>
              <a:headEnd type="none" w="med" len="med"/>
              <a:tailEnd type="triangle" w="med" len="med"/>
            </a:ln>
          </p:spPr>
        </p:cxnSp>
        <p:cxnSp>
          <p:nvCxnSpPr>
            <p:cNvPr id="896" name="Google Shape;896;p123"/>
            <p:cNvCxnSpPr>
              <a:stCxn id="888" idx="0"/>
              <a:endCxn id="882" idx="2"/>
            </p:cNvCxnSpPr>
            <p:nvPr/>
          </p:nvCxnSpPr>
          <p:spPr>
            <a:xfrm rot="10800000" flipH="1">
              <a:off x="4111250" y="2875750"/>
              <a:ext cx="3467100" cy="1547700"/>
            </a:xfrm>
            <a:prstGeom prst="straightConnector1">
              <a:avLst/>
            </a:prstGeom>
            <a:noFill/>
            <a:ln w="9525" cap="flat" cmpd="sng">
              <a:solidFill>
                <a:schemeClr val="dk2"/>
              </a:solidFill>
              <a:prstDash val="solid"/>
              <a:round/>
              <a:headEnd type="none" w="med" len="med"/>
              <a:tailEnd type="triangle" w="med" len="med"/>
            </a:ln>
          </p:spPr>
        </p:cxnSp>
        <p:cxnSp>
          <p:nvCxnSpPr>
            <p:cNvPr id="897" name="Google Shape;897;p123"/>
            <p:cNvCxnSpPr>
              <a:stCxn id="888" idx="0"/>
              <a:endCxn id="885" idx="2"/>
            </p:cNvCxnSpPr>
            <p:nvPr/>
          </p:nvCxnSpPr>
          <p:spPr>
            <a:xfrm rot="10800000" flipH="1">
              <a:off x="4111250" y="2875750"/>
              <a:ext cx="4480500" cy="1547700"/>
            </a:xfrm>
            <a:prstGeom prst="straightConnector1">
              <a:avLst/>
            </a:prstGeom>
            <a:noFill/>
            <a:ln w="9525" cap="flat" cmpd="sng">
              <a:solidFill>
                <a:schemeClr val="dk2"/>
              </a:solidFill>
              <a:prstDash val="solid"/>
              <a:round/>
              <a:headEnd type="none" w="med" len="med"/>
              <a:tailEnd type="triangle" w="med" len="med"/>
            </a:ln>
          </p:spPr>
        </p:cxnSp>
      </p:grpSp>
      <p:sp>
        <p:nvSpPr>
          <p:cNvPr id="898" name="Google Shape;898;p123"/>
          <p:cNvSpPr txBox="1"/>
          <p:nvPr/>
        </p:nvSpPr>
        <p:spPr>
          <a:xfrm>
            <a:off x="2749346" y="4854111"/>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chemeClr val="hlink"/>
                </a:solidFill>
                <a:uFill>
                  <a:noFill/>
                </a:uFill>
                <a:hlinkClick r:id="rId3"/>
              </a:rPr>
              <a:t>https://github.com/arvidl/AI-assisted-glioma-research</a:t>
            </a:r>
            <a:endParaRPr sz="800"/>
          </a:p>
        </p:txBody>
      </p:sp>
      <p:pic>
        <p:nvPicPr>
          <p:cNvPr id="899" name="Google Shape;899;p123">
            <a:hlinkClick r:id="rId4"/>
          </p:cNvPr>
          <p:cNvPicPr preferRelativeResize="0"/>
          <p:nvPr/>
        </p:nvPicPr>
        <p:blipFill>
          <a:blip r:embed="rId5">
            <a:alphaModFix/>
          </a:blip>
          <a:stretch>
            <a:fillRect/>
          </a:stretch>
        </p:blipFill>
        <p:spPr>
          <a:xfrm>
            <a:off x="8358762" y="4931347"/>
            <a:ext cx="694387" cy="1377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7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7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8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8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pic>
        <p:nvPicPr>
          <p:cNvPr id="904" name="Google Shape;904;p124"/>
          <p:cNvPicPr preferRelativeResize="0"/>
          <p:nvPr/>
        </p:nvPicPr>
        <p:blipFill>
          <a:blip r:embed="rId3">
            <a:alphaModFix/>
          </a:blip>
          <a:stretch>
            <a:fillRect/>
          </a:stretch>
        </p:blipFill>
        <p:spPr>
          <a:xfrm>
            <a:off x="93800" y="152400"/>
            <a:ext cx="3199043" cy="861975"/>
          </a:xfrm>
          <a:prstGeom prst="rect">
            <a:avLst/>
          </a:prstGeom>
          <a:noFill/>
          <a:ln>
            <a:noFill/>
          </a:ln>
        </p:spPr>
      </p:pic>
      <p:sp>
        <p:nvSpPr>
          <p:cNvPr id="905" name="Google Shape;905;p124">
            <a:hlinkClick r:id="rId4"/>
          </p:cNvPr>
          <p:cNvSpPr txBox="1"/>
          <p:nvPr/>
        </p:nvSpPr>
        <p:spPr>
          <a:xfrm>
            <a:off x="126475" y="1077825"/>
            <a:ext cx="1724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 Watch the video</a:t>
            </a:r>
            <a:endParaRPr/>
          </a:p>
        </p:txBody>
      </p:sp>
      <p:sp>
        <p:nvSpPr>
          <p:cNvPr id="906" name="Google Shape;906;p124"/>
          <p:cNvSpPr txBox="1"/>
          <p:nvPr/>
        </p:nvSpPr>
        <p:spPr>
          <a:xfrm>
            <a:off x="3356600" y="152400"/>
            <a:ext cx="2905500" cy="6156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700"/>
              <a:t>Words: Eirik Sjåholm Knudsen (Molekyl M.020)</a:t>
            </a:r>
            <a:endParaRPr sz="700"/>
          </a:p>
          <a:p>
            <a:pPr marL="0" lvl="0" indent="0" algn="l" rtl="0">
              <a:lnSpc>
                <a:spcPct val="150000"/>
              </a:lnSpc>
              <a:spcBef>
                <a:spcPts val="0"/>
              </a:spcBef>
              <a:spcAft>
                <a:spcPts val="0"/>
              </a:spcAft>
              <a:buNone/>
            </a:pPr>
            <a:r>
              <a:rPr lang="en" sz="700"/>
              <a:t>Music: made with Suno v5.5, lyrics from the post</a:t>
            </a:r>
            <a:endParaRPr sz="700"/>
          </a:p>
          <a:p>
            <a:pPr marL="0" lvl="0" indent="0" algn="l" rtl="0">
              <a:lnSpc>
                <a:spcPct val="150000"/>
              </a:lnSpc>
              <a:spcBef>
                <a:spcPts val="0"/>
              </a:spcBef>
              <a:spcAft>
                <a:spcPts val="0"/>
              </a:spcAft>
              <a:buNone/>
            </a:pPr>
            <a:r>
              <a:rPr lang="en" sz="700"/>
              <a:t>Film: made in code with Claude Opus 5.5, by Eirik Sjåholm Knudsen</a:t>
            </a:r>
            <a:endParaRPr sz="700"/>
          </a:p>
        </p:txBody>
      </p:sp>
      <p:pic>
        <p:nvPicPr>
          <p:cNvPr id="907" name="Google Shape;907;p124"/>
          <p:cNvPicPr preferRelativeResize="0"/>
          <p:nvPr/>
        </p:nvPicPr>
        <p:blipFill>
          <a:blip r:embed="rId5">
            <a:alphaModFix/>
          </a:blip>
          <a:stretch>
            <a:fillRect/>
          </a:stretch>
        </p:blipFill>
        <p:spPr>
          <a:xfrm>
            <a:off x="1955625" y="1108200"/>
            <a:ext cx="7027625" cy="3941224"/>
          </a:xfrm>
          <a:prstGeom prst="rect">
            <a:avLst/>
          </a:prstGeom>
          <a:noFill/>
          <a:ln>
            <a:noFill/>
          </a:ln>
        </p:spPr>
      </p:pic>
      <p:sp>
        <p:nvSpPr>
          <p:cNvPr id="908" name="Google Shape;908;p124"/>
          <p:cNvSpPr txBox="1"/>
          <p:nvPr/>
        </p:nvSpPr>
        <p:spPr>
          <a:xfrm>
            <a:off x="3368236" y="669155"/>
            <a:ext cx="26535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0000FF"/>
                </a:solidFill>
                <a:uFill>
                  <a:noFill/>
                </a:uFill>
                <a:hlinkClick r:id="rId6">
                  <a:extLst>
                    <a:ext uri="{A12FA001-AC4F-418D-AE19-62706E023703}">
                      <ahyp:hlinkClr xmlns:ahyp="http://schemas.microsoft.com/office/drawing/2018/hyperlinkcolor" val="tx"/>
                    </a:ext>
                  </a:extLst>
                </a:hlinkClick>
              </a:rPr>
              <a:t>https://www.molekyl.io/p/m030-something-has-changed</a:t>
            </a:r>
            <a:endParaRPr sz="700">
              <a:solidFill>
                <a:srgbClr val="0000FF"/>
              </a:solidFill>
            </a:endParaRPr>
          </a:p>
        </p:txBody>
      </p:sp>
      <p:sp>
        <p:nvSpPr>
          <p:cNvPr id="909" name="Google Shape;909;p124">
            <a:hlinkClick r:id="" action="ppaction://hlinkshowjump?jump=nextslide"/>
          </p:cNvPr>
          <p:cNvSpPr txBox="1"/>
          <p:nvPr/>
        </p:nvSpPr>
        <p:spPr>
          <a:xfrm>
            <a:off x="707175" y="1635700"/>
            <a:ext cx="590400" cy="400200"/>
          </a:xfrm>
          <a:prstGeom prst="rect">
            <a:avLst/>
          </a:prstGeom>
          <a:noFill/>
          <a:ln w="19050" cap="flat" cmpd="sng">
            <a:solidFill>
              <a:srgbClr val="0000FF"/>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rPr>
              <a:t>MP4</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125"/>
          <p:cNvSpPr/>
          <p:nvPr/>
        </p:nvSpPr>
        <p:spPr>
          <a:xfrm>
            <a:off x="-15400" y="-38525"/>
            <a:ext cx="9159300" cy="5213400"/>
          </a:xfrm>
          <a:prstGeom prst="rect">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910" name="Google Shape;910;p125"/>
          <p:cNvSpPr txBox="1"/>
          <p:nvPr/>
        </p:nvSpPr>
        <p:spPr>
          <a:xfrm>
            <a:off x="-15407" y="4805617"/>
            <a:ext cx="963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solidFill>
                  <a:srgbClr val="999999"/>
                </a:solidFill>
              </a:rPr>
              <a:t>Prof. Eirik S. Knudsen</a:t>
            </a:r>
            <a:endParaRPr sz="600">
              <a:solidFill>
                <a:srgbClr val="999999"/>
              </a:solidFill>
            </a:endParaRPr>
          </a:p>
          <a:p>
            <a:pPr marL="0" lvl="0" indent="0" algn="l" rtl="0">
              <a:spcBef>
                <a:spcPts val="0"/>
              </a:spcBef>
              <a:spcAft>
                <a:spcPts val="0"/>
              </a:spcAft>
              <a:buNone/>
            </a:pPr>
            <a:r>
              <a:rPr lang="en" sz="600">
                <a:solidFill>
                  <a:srgbClr val="999999"/>
                </a:solidFill>
                <a:uFill>
                  <a:noFill/>
                </a:uFill>
                <a:hlinkClick r:id="rId5">
                  <a:extLst>
                    <a:ext uri="{A12FA001-AC4F-418D-AE19-62706E023703}">
                      <ahyp:hlinkClr xmlns:ahyp="http://schemas.microsoft.com/office/drawing/2018/hyperlinkcolor" val="tx"/>
                    </a:ext>
                  </a:extLst>
                </a:hlinkClick>
              </a:rPr>
              <a:t>https://www.molekyl.io</a:t>
            </a:r>
            <a:endParaRPr sz="600">
              <a:solidFill>
                <a:srgbClr val="999999"/>
              </a:solidFill>
            </a:endParaRPr>
          </a:p>
        </p:txBody>
      </p:sp>
      <p:pic>
        <p:nvPicPr>
          <p:cNvPr id="2" name="something-has-changed-molekyl-030.mp4">
            <a:hlinkClick r:id="" action="ppaction://media"/>
            <a:extLst>
              <a:ext uri="{FF2B5EF4-FFF2-40B4-BE49-F238E27FC236}">
                <a16:creationId xmlns:a16="http://schemas.microsoft.com/office/drawing/2014/main" id="{BF773854-B701-4B64-1708-C68FF29E03A3}"/>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899050" y="-38524"/>
            <a:ext cx="8206750" cy="5213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251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20"/>
        <p:cNvGrpSpPr/>
        <p:nvPr/>
      </p:nvGrpSpPr>
      <p:grpSpPr>
        <a:xfrm>
          <a:off x="0" y="0"/>
          <a:ext cx="0" cy="0"/>
          <a:chOff x="0" y="0"/>
          <a:chExt cx="0" cy="0"/>
        </a:xfrm>
      </p:grpSpPr>
      <p:pic>
        <p:nvPicPr>
          <p:cNvPr id="921" name="Google Shape;921;p126"/>
          <p:cNvPicPr preferRelativeResize="0"/>
          <p:nvPr/>
        </p:nvPicPr>
        <p:blipFill rotWithShape="1">
          <a:blip r:embed="rId4">
            <a:alphaModFix/>
          </a:blip>
          <a:srcRect/>
          <a:stretch/>
        </p:blipFill>
        <p:spPr>
          <a:xfrm rot="-224216">
            <a:off x="7857475" y="2970100"/>
            <a:ext cx="360050" cy="133200"/>
          </a:xfrm>
          <a:prstGeom prst="rect">
            <a:avLst/>
          </a:prstGeom>
          <a:noFill/>
          <a:ln>
            <a:noFill/>
          </a:ln>
        </p:spPr>
      </p:pic>
      <p:sp>
        <p:nvSpPr>
          <p:cNvPr id="922" name="Google Shape;922;p126"/>
          <p:cNvSpPr txBox="1"/>
          <p:nvPr/>
        </p:nvSpPr>
        <p:spPr>
          <a:xfrm rot="-134784">
            <a:off x="7781071" y="2880557"/>
            <a:ext cx="512794" cy="3386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Impact"/>
                <a:ea typeface="Impact"/>
                <a:cs typeface="Impact"/>
                <a:sym typeface="Impact"/>
              </a:rPr>
              <a:t>CODE</a:t>
            </a:r>
            <a:endParaRPr sz="1000" b="0" i="0" u="none" strike="noStrike" cap="none">
              <a:solidFill>
                <a:schemeClr val="dk1"/>
              </a:solidFill>
              <a:latin typeface="Impact"/>
              <a:ea typeface="Impact"/>
              <a:cs typeface="Impact"/>
              <a:sym typeface="Impact"/>
            </a:endParaRPr>
          </a:p>
        </p:txBody>
      </p:sp>
      <p:sp>
        <p:nvSpPr>
          <p:cNvPr id="923" name="Google Shape;923;p126"/>
          <p:cNvSpPr txBox="1"/>
          <p:nvPr/>
        </p:nvSpPr>
        <p:spPr>
          <a:xfrm>
            <a:off x="4495325" y="1235350"/>
            <a:ext cx="2113200" cy="58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en" sz="2600" b="0" i="0" u="none" strike="noStrike" cap="none">
                <a:solidFill>
                  <a:schemeClr val="accent6"/>
                </a:solidFill>
                <a:latin typeface="Arial"/>
                <a:ea typeface="Arial"/>
                <a:cs typeface="Arial"/>
                <a:sym typeface="Arial"/>
              </a:rPr>
              <a:t>Thank you !</a:t>
            </a:r>
            <a:endParaRPr sz="2600" b="0" i="0" u="none" strike="noStrike" cap="none">
              <a:solidFill>
                <a:schemeClr val="accent6"/>
              </a:solidFill>
              <a:latin typeface="Arial"/>
              <a:ea typeface="Arial"/>
              <a:cs typeface="Arial"/>
              <a:sym typeface="Arial"/>
            </a:endParaRPr>
          </a:p>
        </p:txBody>
      </p:sp>
      <p:pic>
        <p:nvPicPr>
          <p:cNvPr id="924" name="Google Shape;924;p126"/>
          <p:cNvPicPr preferRelativeResize="0"/>
          <p:nvPr/>
        </p:nvPicPr>
        <p:blipFill>
          <a:blip r:embed="rId5">
            <a:alphaModFix/>
          </a:blip>
          <a:stretch>
            <a:fillRect/>
          </a:stretch>
        </p:blipFill>
        <p:spPr>
          <a:xfrm>
            <a:off x="47194" y="4113325"/>
            <a:ext cx="943656" cy="941325"/>
          </a:xfrm>
          <a:prstGeom prst="rect">
            <a:avLst/>
          </a:prstGeom>
          <a:noFill/>
          <a:ln>
            <a:noFill/>
          </a:ln>
        </p:spPr>
      </p:pic>
      <p:sp>
        <p:nvSpPr>
          <p:cNvPr id="925" name="Google Shape;925;p126"/>
          <p:cNvSpPr txBox="1"/>
          <p:nvPr/>
        </p:nvSpPr>
        <p:spPr>
          <a:xfrm>
            <a:off x="108753" y="4968715"/>
            <a:ext cx="943800" cy="24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
                <a:solidFill>
                  <a:srgbClr val="FFFFFF"/>
                </a:solidFill>
              </a:rPr>
              <a:t>https://atomurl.net/qrcode</a:t>
            </a:r>
            <a:endParaRPr sz="400">
              <a:solidFill>
                <a:srgbClr val="FFFFFF"/>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Human Edge">
  <a:themeElements>
    <a:clrScheme name="Human Edge">
      <a:dk1>
        <a:srgbClr val="111827"/>
      </a:dk1>
      <a:lt1>
        <a:srgbClr val="FFFFFF"/>
      </a:lt1>
      <a:dk2>
        <a:srgbClr val="374151"/>
      </a:dk2>
      <a:lt2>
        <a:srgbClr val="F3F4F6"/>
      </a:lt2>
      <a:accent1>
        <a:srgbClr val="9B1C1C"/>
      </a:accent1>
      <a:accent2>
        <a:srgbClr val="166534"/>
      </a:accent2>
      <a:accent3>
        <a:srgbClr val="2563EB"/>
      </a:accent3>
      <a:accent4>
        <a:srgbClr val="16A34A"/>
      </a:accent4>
      <a:accent5>
        <a:srgbClr val="FDECEC"/>
      </a:accent5>
      <a:accent6>
        <a:srgbClr val="E8F7EE"/>
      </a:accent6>
      <a:hlink>
        <a:srgbClr val="2563EB"/>
      </a:hlink>
      <a:folHlink>
        <a:srgbClr val="6B72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2451</Words>
  <Application>Microsoft Macintosh PowerPoint</Application>
  <PresentationFormat>On-screen Show (16:9)</PresentationFormat>
  <Paragraphs>330</Paragraphs>
  <Slides>25</Slides>
  <Notes>25</Notes>
  <HiddenSlides>0</HiddenSlides>
  <MMClips>1</MMClips>
  <ScaleCrop>false</ScaleCrop>
  <HeadingPairs>
    <vt:vector size="6" baseType="variant">
      <vt:variant>
        <vt:lpstr>Fonts Used</vt:lpstr>
      </vt:variant>
      <vt:variant>
        <vt:i4>10</vt:i4>
      </vt:variant>
      <vt:variant>
        <vt:lpstr>Theme</vt:lpstr>
      </vt:variant>
      <vt:variant>
        <vt:i4>9</vt:i4>
      </vt:variant>
      <vt:variant>
        <vt:lpstr>Slide Titles</vt:lpstr>
      </vt:variant>
      <vt:variant>
        <vt:i4>25</vt:i4>
      </vt:variant>
    </vt:vector>
  </HeadingPairs>
  <TitlesOfParts>
    <vt:vector size="44" baseType="lpstr">
      <vt:lpstr>Roboto</vt:lpstr>
      <vt:lpstr>Calibri</vt:lpstr>
      <vt:lpstr>Georgia</vt:lpstr>
      <vt:lpstr>Roboto Slab</vt:lpstr>
      <vt:lpstr>Times New Roman</vt:lpstr>
      <vt:lpstr>Impact</vt:lpstr>
      <vt:lpstr>Oswald</vt:lpstr>
      <vt:lpstr>Inter</vt:lpstr>
      <vt:lpstr>Arial</vt:lpstr>
      <vt:lpstr>Inter SemiBold</vt:lpstr>
      <vt:lpstr>Simple Light</vt:lpstr>
      <vt:lpstr>Simple Light</vt:lpstr>
      <vt:lpstr>ChatGPT</vt:lpstr>
      <vt:lpstr>2_Office Theme</vt:lpstr>
      <vt:lpstr>Simple Light</vt:lpstr>
      <vt:lpstr>Simple Light</vt:lpstr>
      <vt:lpstr>Streamline</vt:lpstr>
      <vt:lpstr>Office Theme</vt:lpstr>
      <vt:lpstr>Human Edge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MAINTAINING YOUR HUMAN EDGE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Arvid Lundervold</cp:lastModifiedBy>
  <cp:revision>1</cp:revision>
  <dcterms:modified xsi:type="dcterms:W3CDTF">2026-10-29T11:07:34Z</dcterms:modified>
</cp:coreProperties>
</file>